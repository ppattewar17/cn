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18288000" cy="10287000"/>
  <p:embeddedFontLst>
    <p:embeddedFont>
      <p:font typeface="Tahoma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Tahoma-bold.fntdata"/><Relationship Id="rId16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A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254316" y="300268"/>
            <a:ext cx="103505" cy="1092835"/>
          </a:xfrm>
          <a:custGeom>
            <a:rect b="b" l="l" r="r" t="t"/>
            <a:pathLst>
              <a:path extrusionOk="0" h="1092835" w="103504">
                <a:moveTo>
                  <a:pt x="102966" y="1092413"/>
                </a:moveTo>
                <a:lnTo>
                  <a:pt x="0" y="1092413"/>
                </a:lnTo>
                <a:lnTo>
                  <a:pt x="0" y="0"/>
                </a:lnTo>
                <a:lnTo>
                  <a:pt x="102966" y="0"/>
                </a:lnTo>
                <a:lnTo>
                  <a:pt x="102966" y="1092413"/>
                </a:lnTo>
                <a:close/>
              </a:path>
            </a:pathLst>
          </a:custGeom>
          <a:solidFill>
            <a:srgbClr val="123C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 txBox="1"/>
          <p:nvPr>
            <p:ph type="title"/>
          </p:nvPr>
        </p:nvSpPr>
        <p:spPr>
          <a:xfrm>
            <a:off x="575074" y="253486"/>
            <a:ext cx="17137851" cy="1122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5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878238" y="2596942"/>
            <a:ext cx="13335635" cy="453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575074" y="253486"/>
            <a:ext cx="17137851" cy="1122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5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5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575074" y="253486"/>
            <a:ext cx="17137851" cy="1122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5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A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575074" y="253486"/>
            <a:ext cx="17137851" cy="1122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5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78238" y="2596942"/>
            <a:ext cx="13335635" cy="453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geeksforgeeks.org/socket-programming-in-node-js/" TargetMode="External"/><Relationship Id="rId4" Type="http://schemas.openxmlformats.org/officeDocument/2006/relationships/hyperlink" Target="http://www.npmjs.com/" TargetMode="External"/><Relationship Id="rId5" Type="http://schemas.openxmlformats.org/officeDocument/2006/relationships/hyperlink" Target="http://www.rfc-editor.org/rfc/rfc2616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A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" name="Google Shape;47;p7"/>
          <p:cNvGrpSpPr/>
          <p:nvPr/>
        </p:nvGrpSpPr>
        <p:grpSpPr>
          <a:xfrm>
            <a:off x="14283208" y="6287321"/>
            <a:ext cx="4004853" cy="4000273"/>
            <a:chOff x="14283208" y="6287321"/>
            <a:chExt cx="4004853" cy="4000273"/>
          </a:xfrm>
        </p:grpSpPr>
        <p:sp>
          <p:nvSpPr>
            <p:cNvPr id="48" name="Google Shape;48;p7"/>
            <p:cNvSpPr/>
            <p:nvPr/>
          </p:nvSpPr>
          <p:spPr>
            <a:xfrm>
              <a:off x="14283208" y="9319219"/>
              <a:ext cx="3309620" cy="968375"/>
            </a:xfrm>
            <a:custGeom>
              <a:rect b="b" l="l" r="r" t="t"/>
              <a:pathLst>
                <a:path extrusionOk="0" h="968375" w="3309619">
                  <a:moveTo>
                    <a:pt x="0" y="967780"/>
                  </a:moveTo>
                  <a:lnTo>
                    <a:pt x="42645" y="895424"/>
                  </a:lnTo>
                  <a:lnTo>
                    <a:pt x="67429" y="856597"/>
                  </a:lnTo>
                  <a:lnTo>
                    <a:pt x="93081" y="818496"/>
                  </a:lnTo>
                  <a:lnTo>
                    <a:pt x="119584" y="781131"/>
                  </a:lnTo>
                  <a:lnTo>
                    <a:pt x="146920" y="744511"/>
                  </a:lnTo>
                  <a:lnTo>
                    <a:pt x="175070" y="708645"/>
                  </a:lnTo>
                  <a:lnTo>
                    <a:pt x="204018" y="673544"/>
                  </a:lnTo>
                  <a:lnTo>
                    <a:pt x="233745" y="639216"/>
                  </a:lnTo>
                  <a:lnTo>
                    <a:pt x="264235" y="605672"/>
                  </a:lnTo>
                  <a:lnTo>
                    <a:pt x="295469" y="572921"/>
                  </a:lnTo>
                  <a:lnTo>
                    <a:pt x="327430" y="540973"/>
                  </a:lnTo>
                  <a:lnTo>
                    <a:pt x="360100" y="509838"/>
                  </a:lnTo>
                  <a:lnTo>
                    <a:pt x="393461" y="479524"/>
                  </a:lnTo>
                  <a:lnTo>
                    <a:pt x="427496" y="450042"/>
                  </a:lnTo>
                  <a:lnTo>
                    <a:pt x="462187" y="421401"/>
                  </a:lnTo>
                  <a:lnTo>
                    <a:pt x="497516" y="393612"/>
                  </a:lnTo>
                  <a:lnTo>
                    <a:pt x="533466" y="366682"/>
                  </a:lnTo>
                  <a:lnTo>
                    <a:pt x="570019" y="340623"/>
                  </a:lnTo>
                  <a:lnTo>
                    <a:pt x="607158" y="315443"/>
                  </a:lnTo>
                  <a:lnTo>
                    <a:pt x="644864" y="291153"/>
                  </a:lnTo>
                  <a:lnTo>
                    <a:pt x="683120" y="267762"/>
                  </a:lnTo>
                  <a:lnTo>
                    <a:pt x="721909" y="245279"/>
                  </a:lnTo>
                  <a:lnTo>
                    <a:pt x="761212" y="223715"/>
                  </a:lnTo>
                  <a:lnTo>
                    <a:pt x="801013" y="203078"/>
                  </a:lnTo>
                  <a:lnTo>
                    <a:pt x="841293" y="183379"/>
                  </a:lnTo>
                  <a:lnTo>
                    <a:pt x="882034" y="164626"/>
                  </a:lnTo>
                  <a:lnTo>
                    <a:pt x="923220" y="146831"/>
                  </a:lnTo>
                  <a:lnTo>
                    <a:pt x="964832" y="130002"/>
                  </a:lnTo>
                  <a:lnTo>
                    <a:pt x="1006852" y="114148"/>
                  </a:lnTo>
                  <a:lnTo>
                    <a:pt x="1049264" y="99281"/>
                  </a:lnTo>
                  <a:lnTo>
                    <a:pt x="1092049" y="85408"/>
                  </a:lnTo>
                  <a:lnTo>
                    <a:pt x="1135190" y="72540"/>
                  </a:lnTo>
                  <a:lnTo>
                    <a:pt x="1178669" y="60687"/>
                  </a:lnTo>
                  <a:lnTo>
                    <a:pt x="1222468" y="49857"/>
                  </a:lnTo>
                  <a:lnTo>
                    <a:pt x="1266571" y="40061"/>
                  </a:lnTo>
                  <a:lnTo>
                    <a:pt x="1310958" y="31309"/>
                  </a:lnTo>
                  <a:lnTo>
                    <a:pt x="1355612" y="23609"/>
                  </a:lnTo>
                  <a:lnTo>
                    <a:pt x="1400516" y="16972"/>
                  </a:lnTo>
                  <a:lnTo>
                    <a:pt x="1445653" y="11407"/>
                  </a:lnTo>
                  <a:lnTo>
                    <a:pt x="1491003" y="6923"/>
                  </a:lnTo>
                  <a:lnTo>
                    <a:pt x="1536551" y="3531"/>
                  </a:lnTo>
                  <a:lnTo>
                    <a:pt x="1582277" y="1240"/>
                  </a:lnTo>
                  <a:lnTo>
                    <a:pt x="1628165" y="60"/>
                  </a:lnTo>
                  <a:lnTo>
                    <a:pt x="1674196" y="0"/>
                  </a:lnTo>
                  <a:lnTo>
                    <a:pt x="1720354" y="1069"/>
                  </a:lnTo>
                  <a:lnTo>
                    <a:pt x="1766620" y="3278"/>
                  </a:lnTo>
                  <a:lnTo>
                    <a:pt x="1812977" y="6636"/>
                  </a:lnTo>
                  <a:lnTo>
                    <a:pt x="1859407" y="11153"/>
                  </a:lnTo>
                  <a:lnTo>
                    <a:pt x="1905892" y="16838"/>
                  </a:lnTo>
                  <a:lnTo>
                    <a:pt x="1952415" y="23701"/>
                  </a:lnTo>
                  <a:lnTo>
                    <a:pt x="1998958" y="31751"/>
                  </a:lnTo>
                  <a:lnTo>
                    <a:pt x="2045503" y="40999"/>
                  </a:lnTo>
                  <a:lnTo>
                    <a:pt x="2092033" y="51453"/>
                  </a:lnTo>
                  <a:lnTo>
                    <a:pt x="2138530" y="63124"/>
                  </a:lnTo>
                  <a:lnTo>
                    <a:pt x="2184977" y="76021"/>
                  </a:lnTo>
                  <a:lnTo>
                    <a:pt x="2231153" y="90090"/>
                  </a:lnTo>
                  <a:lnTo>
                    <a:pt x="2276709" y="105219"/>
                  </a:lnTo>
                  <a:lnTo>
                    <a:pt x="2321637" y="121391"/>
                  </a:lnTo>
                  <a:lnTo>
                    <a:pt x="2365926" y="138588"/>
                  </a:lnTo>
                  <a:lnTo>
                    <a:pt x="2409566" y="156793"/>
                  </a:lnTo>
                  <a:lnTo>
                    <a:pt x="2452548" y="175988"/>
                  </a:lnTo>
                  <a:lnTo>
                    <a:pt x="2494863" y="196155"/>
                  </a:lnTo>
                  <a:lnTo>
                    <a:pt x="2536501" y="217278"/>
                  </a:lnTo>
                  <a:lnTo>
                    <a:pt x="2577451" y="239338"/>
                  </a:lnTo>
                  <a:lnTo>
                    <a:pt x="2617705" y="262318"/>
                  </a:lnTo>
                  <a:lnTo>
                    <a:pt x="2657252" y="286200"/>
                  </a:lnTo>
                  <a:lnTo>
                    <a:pt x="2696084" y="310967"/>
                  </a:lnTo>
                  <a:lnTo>
                    <a:pt x="2734190" y="336601"/>
                  </a:lnTo>
                  <a:lnTo>
                    <a:pt x="2771561" y="363084"/>
                  </a:lnTo>
                  <a:lnTo>
                    <a:pt x="2808187" y="390400"/>
                  </a:lnTo>
                  <a:lnTo>
                    <a:pt x="2844059" y="418529"/>
                  </a:lnTo>
                  <a:lnTo>
                    <a:pt x="2879167" y="447456"/>
                  </a:lnTo>
                  <a:lnTo>
                    <a:pt x="2913500" y="477162"/>
                  </a:lnTo>
                  <a:lnTo>
                    <a:pt x="2947051" y="507630"/>
                  </a:lnTo>
                  <a:lnTo>
                    <a:pt x="2979808" y="538842"/>
                  </a:lnTo>
                  <a:lnTo>
                    <a:pt x="3011762" y="570780"/>
                  </a:lnTo>
                  <a:lnTo>
                    <a:pt x="3042905" y="603428"/>
                  </a:lnTo>
                  <a:lnTo>
                    <a:pt x="3073225" y="636766"/>
                  </a:lnTo>
                  <a:lnTo>
                    <a:pt x="3102713" y="670779"/>
                  </a:lnTo>
                  <a:lnTo>
                    <a:pt x="3131360" y="705448"/>
                  </a:lnTo>
                  <a:lnTo>
                    <a:pt x="3159157" y="740756"/>
                  </a:lnTo>
                  <a:lnTo>
                    <a:pt x="3186092" y="776684"/>
                  </a:lnTo>
                  <a:lnTo>
                    <a:pt x="3212158" y="813217"/>
                  </a:lnTo>
                  <a:lnTo>
                    <a:pt x="3237343" y="850335"/>
                  </a:lnTo>
                  <a:lnTo>
                    <a:pt x="3261639" y="888022"/>
                  </a:lnTo>
                  <a:lnTo>
                    <a:pt x="3285036" y="926260"/>
                  </a:lnTo>
                  <a:lnTo>
                    <a:pt x="3309033" y="967780"/>
                  </a:lnTo>
                  <a:lnTo>
                    <a:pt x="0" y="967780"/>
                  </a:lnTo>
                  <a:close/>
                </a:path>
              </a:pathLst>
            </a:custGeom>
            <a:solidFill>
              <a:srgbClr val="123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7"/>
            <p:cNvSpPr/>
            <p:nvPr/>
          </p:nvSpPr>
          <p:spPr>
            <a:xfrm>
              <a:off x="16920906" y="6287321"/>
              <a:ext cx="1367155" cy="3644900"/>
            </a:xfrm>
            <a:custGeom>
              <a:rect b="b" l="l" r="r" t="t"/>
              <a:pathLst>
                <a:path extrusionOk="0" h="3644900" w="1367155">
                  <a:moveTo>
                    <a:pt x="1362881" y="3644328"/>
                  </a:moveTo>
                  <a:lnTo>
                    <a:pt x="1321201" y="3631563"/>
                  </a:lnTo>
                  <a:lnTo>
                    <a:pt x="1275724" y="3616388"/>
                  </a:lnTo>
                  <a:lnTo>
                    <a:pt x="1230872" y="3600170"/>
                  </a:lnTo>
                  <a:lnTo>
                    <a:pt x="1186654" y="3582928"/>
                  </a:lnTo>
                  <a:lnTo>
                    <a:pt x="1142793" y="3564551"/>
                  </a:lnTo>
                  <a:lnTo>
                    <a:pt x="1100160" y="3545442"/>
                  </a:lnTo>
                  <a:lnTo>
                    <a:pt x="1057903" y="3525232"/>
                  </a:lnTo>
                  <a:lnTo>
                    <a:pt x="1016320" y="3504068"/>
                  </a:lnTo>
                  <a:lnTo>
                    <a:pt x="975420" y="3481968"/>
                  </a:lnTo>
                  <a:lnTo>
                    <a:pt x="935212" y="3458948"/>
                  </a:lnTo>
                  <a:lnTo>
                    <a:pt x="895707" y="3435028"/>
                  </a:lnTo>
                  <a:lnTo>
                    <a:pt x="856915" y="3410223"/>
                  </a:lnTo>
                  <a:lnTo>
                    <a:pt x="818844" y="3384552"/>
                  </a:lnTo>
                  <a:lnTo>
                    <a:pt x="781506" y="3358032"/>
                  </a:lnTo>
                  <a:lnTo>
                    <a:pt x="744909" y="3330681"/>
                  </a:lnTo>
                  <a:lnTo>
                    <a:pt x="709063" y="3302516"/>
                  </a:lnTo>
                  <a:lnTo>
                    <a:pt x="673978" y="3273556"/>
                  </a:lnTo>
                  <a:lnTo>
                    <a:pt x="639664" y="3243817"/>
                  </a:lnTo>
                  <a:lnTo>
                    <a:pt x="606131" y="3213316"/>
                  </a:lnTo>
                  <a:lnTo>
                    <a:pt x="573388" y="3182073"/>
                  </a:lnTo>
                  <a:lnTo>
                    <a:pt x="541445" y="3150104"/>
                  </a:lnTo>
                  <a:lnTo>
                    <a:pt x="510312" y="3117426"/>
                  </a:lnTo>
                  <a:lnTo>
                    <a:pt x="479999" y="3084058"/>
                  </a:lnTo>
                  <a:lnTo>
                    <a:pt x="450515" y="3050017"/>
                  </a:lnTo>
                  <a:lnTo>
                    <a:pt x="421870" y="3015321"/>
                  </a:lnTo>
                  <a:lnTo>
                    <a:pt x="394074" y="2979986"/>
                  </a:lnTo>
                  <a:lnTo>
                    <a:pt x="367136" y="2944031"/>
                  </a:lnTo>
                  <a:lnTo>
                    <a:pt x="341067" y="2907473"/>
                  </a:lnTo>
                  <a:lnTo>
                    <a:pt x="315875" y="2870330"/>
                  </a:lnTo>
                  <a:lnTo>
                    <a:pt x="291572" y="2832620"/>
                  </a:lnTo>
                  <a:lnTo>
                    <a:pt x="268166" y="2794359"/>
                  </a:lnTo>
                  <a:lnTo>
                    <a:pt x="245668" y="2755566"/>
                  </a:lnTo>
                  <a:lnTo>
                    <a:pt x="224087" y="2716257"/>
                  </a:lnTo>
                  <a:lnTo>
                    <a:pt x="203432" y="2676452"/>
                  </a:lnTo>
                  <a:lnTo>
                    <a:pt x="183714" y="2636166"/>
                  </a:lnTo>
                  <a:lnTo>
                    <a:pt x="164943" y="2595418"/>
                  </a:lnTo>
                  <a:lnTo>
                    <a:pt x="147127" y="2554226"/>
                  </a:lnTo>
                  <a:lnTo>
                    <a:pt x="130278" y="2512606"/>
                  </a:lnTo>
                  <a:lnTo>
                    <a:pt x="114404" y="2470577"/>
                  </a:lnTo>
                  <a:lnTo>
                    <a:pt x="99515" y="2428156"/>
                  </a:lnTo>
                  <a:lnTo>
                    <a:pt x="85622" y="2385360"/>
                  </a:lnTo>
                  <a:lnTo>
                    <a:pt x="72733" y="2342208"/>
                  </a:lnTo>
                  <a:lnTo>
                    <a:pt x="60859" y="2298716"/>
                  </a:lnTo>
                  <a:lnTo>
                    <a:pt x="50010" y="2254902"/>
                  </a:lnTo>
                  <a:lnTo>
                    <a:pt x="40194" y="2210785"/>
                  </a:lnTo>
                  <a:lnTo>
                    <a:pt x="31423" y="2166380"/>
                  </a:lnTo>
                  <a:lnTo>
                    <a:pt x="23705" y="2121707"/>
                  </a:lnTo>
                  <a:lnTo>
                    <a:pt x="17050" y="2076782"/>
                  </a:lnTo>
                  <a:lnTo>
                    <a:pt x="11469" y="2031623"/>
                  </a:lnTo>
                  <a:lnTo>
                    <a:pt x="6970" y="1986248"/>
                  </a:lnTo>
                  <a:lnTo>
                    <a:pt x="3564" y="1940675"/>
                  </a:lnTo>
                  <a:lnTo>
                    <a:pt x="1261" y="1894920"/>
                  </a:lnTo>
                  <a:lnTo>
                    <a:pt x="69" y="1849001"/>
                  </a:lnTo>
                  <a:lnTo>
                    <a:pt x="0" y="1802936"/>
                  </a:lnTo>
                  <a:lnTo>
                    <a:pt x="1062" y="1756743"/>
                  </a:lnTo>
                  <a:lnTo>
                    <a:pt x="3265" y="1710439"/>
                  </a:lnTo>
                  <a:lnTo>
                    <a:pt x="6620" y="1664041"/>
                  </a:lnTo>
                  <a:lnTo>
                    <a:pt x="11135" y="1617568"/>
                  </a:lnTo>
                  <a:lnTo>
                    <a:pt x="16821" y="1571037"/>
                  </a:lnTo>
                  <a:lnTo>
                    <a:pt x="23688" y="1524465"/>
                  </a:lnTo>
                  <a:lnTo>
                    <a:pt x="31744" y="1477869"/>
                  </a:lnTo>
                  <a:lnTo>
                    <a:pt x="41001" y="1431269"/>
                  </a:lnTo>
                  <a:lnTo>
                    <a:pt x="51467" y="1384680"/>
                  </a:lnTo>
                  <a:lnTo>
                    <a:pt x="63153" y="1338121"/>
                  </a:lnTo>
                  <a:lnTo>
                    <a:pt x="76068" y="1291609"/>
                  </a:lnTo>
                  <a:lnTo>
                    <a:pt x="90137" y="1245433"/>
                  </a:lnTo>
                  <a:lnTo>
                    <a:pt x="105269" y="1199877"/>
                  </a:lnTo>
                  <a:lnTo>
                    <a:pt x="121446" y="1154951"/>
                  </a:lnTo>
                  <a:lnTo>
                    <a:pt x="138650" y="1110665"/>
                  </a:lnTo>
                  <a:lnTo>
                    <a:pt x="156863" y="1067027"/>
                  </a:lnTo>
                  <a:lnTo>
                    <a:pt x="176068" y="1024047"/>
                  </a:lnTo>
                  <a:lnTo>
                    <a:pt x="196247" y="981736"/>
                  </a:lnTo>
                  <a:lnTo>
                    <a:pt x="217382" y="940102"/>
                  </a:lnTo>
                  <a:lnTo>
                    <a:pt x="239457" y="899156"/>
                  </a:lnTo>
                  <a:lnTo>
                    <a:pt x="262452" y="858906"/>
                  </a:lnTo>
                  <a:lnTo>
                    <a:pt x="286350" y="819363"/>
                  </a:lnTo>
                  <a:lnTo>
                    <a:pt x="311135" y="780537"/>
                  </a:lnTo>
                  <a:lnTo>
                    <a:pt x="336787" y="742436"/>
                  </a:lnTo>
                  <a:lnTo>
                    <a:pt x="363290" y="705071"/>
                  </a:lnTo>
                  <a:lnTo>
                    <a:pt x="390625" y="668450"/>
                  </a:lnTo>
                  <a:lnTo>
                    <a:pt x="418775" y="632585"/>
                  </a:lnTo>
                  <a:lnTo>
                    <a:pt x="447723" y="597483"/>
                  </a:lnTo>
                  <a:lnTo>
                    <a:pt x="477451" y="563156"/>
                  </a:lnTo>
                  <a:lnTo>
                    <a:pt x="507941" y="529612"/>
                  </a:lnTo>
                  <a:lnTo>
                    <a:pt x="539175" y="496861"/>
                  </a:lnTo>
                  <a:lnTo>
                    <a:pt x="571135" y="464913"/>
                  </a:lnTo>
                  <a:lnTo>
                    <a:pt x="603805" y="433777"/>
                  </a:lnTo>
                  <a:lnTo>
                    <a:pt x="637166" y="403464"/>
                  </a:lnTo>
                  <a:lnTo>
                    <a:pt x="671201" y="373982"/>
                  </a:lnTo>
                  <a:lnTo>
                    <a:pt x="705892" y="345341"/>
                  </a:lnTo>
                  <a:lnTo>
                    <a:pt x="741222" y="317551"/>
                  </a:lnTo>
                  <a:lnTo>
                    <a:pt x="777172" y="290622"/>
                  </a:lnTo>
                  <a:lnTo>
                    <a:pt x="813725" y="264562"/>
                  </a:lnTo>
                  <a:lnTo>
                    <a:pt x="850863" y="239383"/>
                  </a:lnTo>
                  <a:lnTo>
                    <a:pt x="888569" y="215093"/>
                  </a:lnTo>
                  <a:lnTo>
                    <a:pt x="926826" y="191701"/>
                  </a:lnTo>
                  <a:lnTo>
                    <a:pt x="965614" y="169219"/>
                  </a:lnTo>
                  <a:lnTo>
                    <a:pt x="1004918" y="147654"/>
                  </a:lnTo>
                  <a:lnTo>
                    <a:pt x="1044718" y="127017"/>
                  </a:lnTo>
                  <a:lnTo>
                    <a:pt x="1084998" y="107318"/>
                  </a:lnTo>
                  <a:lnTo>
                    <a:pt x="1125740" y="88566"/>
                  </a:lnTo>
                  <a:lnTo>
                    <a:pt x="1166925" y="70770"/>
                  </a:lnTo>
                  <a:lnTo>
                    <a:pt x="1208537" y="53941"/>
                  </a:lnTo>
                  <a:lnTo>
                    <a:pt x="1250558" y="38088"/>
                  </a:lnTo>
                  <a:lnTo>
                    <a:pt x="1292970" y="23220"/>
                  </a:lnTo>
                  <a:lnTo>
                    <a:pt x="1335755" y="9347"/>
                  </a:lnTo>
                  <a:lnTo>
                    <a:pt x="1367095" y="0"/>
                  </a:lnTo>
                  <a:lnTo>
                    <a:pt x="1367095" y="3629853"/>
                  </a:lnTo>
                  <a:lnTo>
                    <a:pt x="1362881" y="3644328"/>
                  </a:lnTo>
                  <a:close/>
                </a:path>
              </a:pathLst>
            </a:custGeom>
            <a:solidFill>
              <a:srgbClr val="0F67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15606885" y="6833634"/>
              <a:ext cx="961390" cy="961390"/>
            </a:xfrm>
            <a:custGeom>
              <a:rect b="b" l="l" r="r" t="t"/>
              <a:pathLst>
                <a:path extrusionOk="0" h="961390" w="961390">
                  <a:moveTo>
                    <a:pt x="346163" y="941832"/>
                  </a:moveTo>
                  <a:lnTo>
                    <a:pt x="301589" y="926446"/>
                  </a:lnTo>
                  <a:lnTo>
                    <a:pt x="258737" y="906764"/>
                  </a:lnTo>
                  <a:lnTo>
                    <a:pt x="218022" y="882977"/>
                  </a:lnTo>
                  <a:lnTo>
                    <a:pt x="179834" y="855313"/>
                  </a:lnTo>
                  <a:lnTo>
                    <a:pt x="144541" y="824040"/>
                  </a:lnTo>
                  <a:lnTo>
                    <a:pt x="112484" y="789458"/>
                  </a:lnTo>
                  <a:lnTo>
                    <a:pt x="83971" y="751901"/>
                  </a:lnTo>
                  <a:lnTo>
                    <a:pt x="59276" y="711729"/>
                  </a:lnTo>
                  <a:lnTo>
                    <a:pt x="38637" y="669331"/>
                  </a:lnTo>
                  <a:lnTo>
                    <a:pt x="22254" y="625113"/>
                  </a:lnTo>
                  <a:lnTo>
                    <a:pt x="10284" y="579503"/>
                  </a:lnTo>
                  <a:lnTo>
                    <a:pt x="2842" y="532939"/>
                  </a:lnTo>
                  <a:lnTo>
                    <a:pt x="0" y="485870"/>
                  </a:lnTo>
                  <a:lnTo>
                    <a:pt x="313" y="462287"/>
                  </a:lnTo>
                  <a:lnTo>
                    <a:pt x="4409" y="415311"/>
                  </a:lnTo>
                  <a:lnTo>
                    <a:pt x="13089" y="368962"/>
                  </a:lnTo>
                  <a:lnTo>
                    <a:pt x="26270" y="323687"/>
                  </a:lnTo>
                  <a:lnTo>
                    <a:pt x="43825" y="279921"/>
                  </a:lnTo>
                  <a:lnTo>
                    <a:pt x="65586" y="238087"/>
                  </a:lnTo>
                  <a:lnTo>
                    <a:pt x="91342" y="198588"/>
                  </a:lnTo>
                  <a:lnTo>
                    <a:pt x="120846" y="161803"/>
                  </a:lnTo>
                  <a:lnTo>
                    <a:pt x="153813" y="128088"/>
                  </a:lnTo>
                  <a:lnTo>
                    <a:pt x="189926" y="97766"/>
                  </a:lnTo>
                  <a:lnTo>
                    <a:pt x="228838" y="71130"/>
                  </a:lnTo>
                  <a:lnTo>
                    <a:pt x="270173" y="48436"/>
                  </a:lnTo>
                  <a:lnTo>
                    <a:pt x="313533" y="29902"/>
                  </a:lnTo>
                  <a:lnTo>
                    <a:pt x="358501" y="15709"/>
                  </a:lnTo>
                  <a:lnTo>
                    <a:pt x="404643" y="5991"/>
                  </a:lnTo>
                  <a:lnTo>
                    <a:pt x="451517" y="842"/>
                  </a:lnTo>
                  <a:lnTo>
                    <a:pt x="475086" y="0"/>
                  </a:lnTo>
                  <a:lnTo>
                    <a:pt x="498668" y="313"/>
                  </a:lnTo>
                  <a:lnTo>
                    <a:pt x="545645" y="4408"/>
                  </a:lnTo>
                  <a:lnTo>
                    <a:pt x="591995" y="13088"/>
                  </a:lnTo>
                  <a:lnTo>
                    <a:pt x="637270" y="26270"/>
                  </a:lnTo>
                  <a:lnTo>
                    <a:pt x="681035" y="43825"/>
                  </a:lnTo>
                  <a:lnTo>
                    <a:pt x="722869" y="65585"/>
                  </a:lnTo>
                  <a:lnTo>
                    <a:pt x="762368" y="91342"/>
                  </a:lnTo>
                  <a:lnTo>
                    <a:pt x="799153" y="120845"/>
                  </a:lnTo>
                  <a:lnTo>
                    <a:pt x="832868" y="153813"/>
                  </a:lnTo>
                  <a:lnTo>
                    <a:pt x="863190" y="189926"/>
                  </a:lnTo>
                  <a:lnTo>
                    <a:pt x="889827" y="228838"/>
                  </a:lnTo>
                  <a:lnTo>
                    <a:pt x="912521" y="270172"/>
                  </a:lnTo>
                  <a:lnTo>
                    <a:pt x="931054" y="313532"/>
                  </a:lnTo>
                  <a:lnTo>
                    <a:pt x="945248" y="358500"/>
                  </a:lnTo>
                  <a:lnTo>
                    <a:pt x="954965" y="404643"/>
                  </a:lnTo>
                  <a:lnTo>
                    <a:pt x="960114" y="451516"/>
                  </a:lnTo>
                  <a:lnTo>
                    <a:pt x="960957" y="475086"/>
                  </a:lnTo>
                  <a:lnTo>
                    <a:pt x="960643" y="498668"/>
                  </a:lnTo>
                  <a:lnTo>
                    <a:pt x="956548" y="545645"/>
                  </a:lnTo>
                  <a:lnTo>
                    <a:pt x="947868" y="591994"/>
                  </a:lnTo>
                  <a:lnTo>
                    <a:pt x="934687" y="637270"/>
                  </a:lnTo>
                  <a:lnTo>
                    <a:pt x="917132" y="681035"/>
                  </a:lnTo>
                  <a:lnTo>
                    <a:pt x="895371" y="722868"/>
                  </a:lnTo>
                  <a:lnTo>
                    <a:pt x="869615" y="762368"/>
                  </a:lnTo>
                  <a:lnTo>
                    <a:pt x="840111" y="799152"/>
                  </a:lnTo>
                  <a:lnTo>
                    <a:pt x="807143" y="832868"/>
                  </a:lnTo>
                  <a:lnTo>
                    <a:pt x="771030" y="863190"/>
                  </a:lnTo>
                  <a:lnTo>
                    <a:pt x="732119" y="889826"/>
                  </a:lnTo>
                  <a:lnTo>
                    <a:pt x="690784" y="912520"/>
                  </a:lnTo>
                  <a:lnTo>
                    <a:pt x="647424" y="931053"/>
                  </a:lnTo>
                  <a:lnTo>
                    <a:pt x="602456" y="945247"/>
                  </a:lnTo>
                  <a:lnTo>
                    <a:pt x="556313" y="954965"/>
                  </a:lnTo>
                  <a:lnTo>
                    <a:pt x="509440" y="960113"/>
                  </a:lnTo>
                  <a:lnTo>
                    <a:pt x="485870" y="960956"/>
                  </a:lnTo>
                  <a:lnTo>
                    <a:pt x="462288" y="960642"/>
                  </a:lnTo>
                  <a:lnTo>
                    <a:pt x="415311" y="956548"/>
                  </a:lnTo>
                  <a:lnTo>
                    <a:pt x="368962" y="947868"/>
                  </a:lnTo>
                  <a:lnTo>
                    <a:pt x="346163" y="941832"/>
                  </a:lnTo>
                  <a:close/>
                </a:path>
              </a:pathLst>
            </a:custGeom>
            <a:solidFill>
              <a:srgbClr val="035C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" name="Google Shape;51;p7"/>
          <p:cNvSpPr txBox="1"/>
          <p:nvPr>
            <p:ph type="title"/>
          </p:nvPr>
        </p:nvSpPr>
        <p:spPr>
          <a:xfrm>
            <a:off x="-352301" y="1350711"/>
            <a:ext cx="171378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4575">
            <a:spAutoFit/>
          </a:bodyPr>
          <a:lstStyle/>
          <a:p>
            <a:pPr indent="0" lvl="0" marL="5337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50">
                <a:latin typeface="Tahoma"/>
                <a:ea typeface="Tahoma"/>
                <a:cs typeface="Tahoma"/>
                <a:sym typeface="Tahoma"/>
              </a:rPr>
              <a:t>Computer Networks </a:t>
            </a:r>
            <a:r>
              <a:rPr b="1" lang="en-US" sz="4450">
                <a:latin typeface="Tahoma"/>
                <a:ea typeface="Tahoma"/>
                <a:cs typeface="Tahoma"/>
                <a:sym typeface="Tahoma"/>
              </a:rPr>
              <a:t>Technology</a:t>
            </a:r>
            <a:endParaRPr sz="44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7"/>
          <p:cNvSpPr txBox="1"/>
          <p:nvPr/>
        </p:nvSpPr>
        <p:spPr>
          <a:xfrm>
            <a:off x="1131136" y="2535698"/>
            <a:ext cx="162954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771640" lvl="0" marL="6783705" marR="5080" rtl="0" algn="l">
              <a:lnSpc>
                <a:spcPct val="10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latin typeface="Tahoma"/>
                <a:ea typeface="Tahoma"/>
                <a:cs typeface="Tahoma"/>
                <a:sym typeface="Tahoma"/>
              </a:rPr>
              <a:t>NetStore: A Distributed File Storage System using TCP Sockets and Replication</a:t>
            </a:r>
            <a:endParaRPr sz="3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121103" y="4720000"/>
            <a:ext cx="71607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Verdana"/>
                <a:ea typeface="Verdana"/>
                <a:cs typeface="Verdana"/>
                <a:sym typeface="Verdana"/>
              </a:rPr>
              <a:t>Class:</a:t>
            </a: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 TY CSE(AI)</a:t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Verdana"/>
                <a:ea typeface="Verdana"/>
                <a:cs typeface="Verdana"/>
                <a:sym typeface="Verdana"/>
              </a:rPr>
              <a:t>Group Number:</a:t>
            </a: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16</a:t>
            </a:r>
            <a:br>
              <a:rPr lang="en-US" sz="3200"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3200">
                <a:latin typeface="Verdana"/>
                <a:ea typeface="Verdana"/>
                <a:cs typeface="Verdana"/>
                <a:sym typeface="Verdana"/>
              </a:rPr>
              <a:t>Members:</a:t>
            </a:r>
            <a:br>
              <a:rPr lang="en-US" sz="3200"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Prathmesh Pattewar(12420193)</a:t>
            </a:r>
            <a:br>
              <a:rPr lang="en-US" sz="3200"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Anushree Shekokar(12420022)</a:t>
            </a:r>
            <a:br>
              <a:rPr lang="en-US" sz="3200"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Anjali Katpure(12420253)</a:t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Ganesh Sonwane(12310515)</a:t>
            </a:r>
            <a:endParaRPr sz="3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" name="Google Shape;54;p7"/>
          <p:cNvSpPr txBox="1"/>
          <p:nvPr/>
        </p:nvSpPr>
        <p:spPr>
          <a:xfrm>
            <a:off x="10162873" y="4720000"/>
            <a:ext cx="55542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Verdana"/>
                <a:ea typeface="Verdana"/>
                <a:cs typeface="Verdana"/>
                <a:sym typeface="Verdana"/>
              </a:rPr>
              <a:t>Guide:</a:t>
            </a: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Prof. Nilesh Korade</a:t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Verdana"/>
                <a:ea typeface="Verdana"/>
                <a:cs typeface="Verdana"/>
                <a:sym typeface="Verdana"/>
              </a:rPr>
              <a:t>Date:</a:t>
            </a: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10</a:t>
            </a: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-11-2025</a:t>
            </a:r>
            <a:endParaRPr sz="32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5" name="Google Shape;5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121100" cy="212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type="title"/>
          </p:nvPr>
        </p:nvSpPr>
        <p:spPr>
          <a:xfrm>
            <a:off x="575074" y="253486"/>
            <a:ext cx="17137851" cy="1122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300">
            <a:spAutoFit/>
          </a:bodyPr>
          <a:lstStyle/>
          <a:p>
            <a:pPr indent="0" lvl="0" marL="172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61" name="Google Shape;61;p8"/>
          <p:cNvSpPr txBox="1"/>
          <p:nvPr/>
        </p:nvSpPr>
        <p:spPr>
          <a:xfrm>
            <a:off x="878238" y="2596942"/>
            <a:ext cx="16985700" cy="55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NetStore is a distributed file storage system ensuring data reliability and backup.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marR="201167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It uses a main server with two backup servers for automatic file replication.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marR="201167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Users can upload, view, download, and delete files via a Node.js web interface.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The backend uses Python socket programming for real-time data transfer and replication.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Includes user authentication for secure file management.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62" name="Google Shape;62;p8"/>
          <p:cNvGrpSpPr/>
          <p:nvPr/>
        </p:nvGrpSpPr>
        <p:grpSpPr>
          <a:xfrm>
            <a:off x="14283208" y="6287321"/>
            <a:ext cx="4004853" cy="4000273"/>
            <a:chOff x="14283208" y="6287321"/>
            <a:chExt cx="4004853" cy="4000273"/>
          </a:xfrm>
        </p:grpSpPr>
        <p:sp>
          <p:nvSpPr>
            <p:cNvPr id="63" name="Google Shape;63;p8"/>
            <p:cNvSpPr/>
            <p:nvPr/>
          </p:nvSpPr>
          <p:spPr>
            <a:xfrm>
              <a:off x="14283208" y="9319219"/>
              <a:ext cx="3309620" cy="968375"/>
            </a:xfrm>
            <a:custGeom>
              <a:rect b="b" l="l" r="r" t="t"/>
              <a:pathLst>
                <a:path extrusionOk="0" h="968375" w="3309619">
                  <a:moveTo>
                    <a:pt x="0" y="967780"/>
                  </a:moveTo>
                  <a:lnTo>
                    <a:pt x="42645" y="895424"/>
                  </a:lnTo>
                  <a:lnTo>
                    <a:pt x="67429" y="856597"/>
                  </a:lnTo>
                  <a:lnTo>
                    <a:pt x="93081" y="818496"/>
                  </a:lnTo>
                  <a:lnTo>
                    <a:pt x="119584" y="781131"/>
                  </a:lnTo>
                  <a:lnTo>
                    <a:pt x="146920" y="744511"/>
                  </a:lnTo>
                  <a:lnTo>
                    <a:pt x="175070" y="708645"/>
                  </a:lnTo>
                  <a:lnTo>
                    <a:pt x="204018" y="673544"/>
                  </a:lnTo>
                  <a:lnTo>
                    <a:pt x="233745" y="639216"/>
                  </a:lnTo>
                  <a:lnTo>
                    <a:pt x="264235" y="605672"/>
                  </a:lnTo>
                  <a:lnTo>
                    <a:pt x="295469" y="572921"/>
                  </a:lnTo>
                  <a:lnTo>
                    <a:pt x="327430" y="540973"/>
                  </a:lnTo>
                  <a:lnTo>
                    <a:pt x="360100" y="509838"/>
                  </a:lnTo>
                  <a:lnTo>
                    <a:pt x="393461" y="479524"/>
                  </a:lnTo>
                  <a:lnTo>
                    <a:pt x="427496" y="450042"/>
                  </a:lnTo>
                  <a:lnTo>
                    <a:pt x="462187" y="421401"/>
                  </a:lnTo>
                  <a:lnTo>
                    <a:pt x="497516" y="393612"/>
                  </a:lnTo>
                  <a:lnTo>
                    <a:pt x="533466" y="366682"/>
                  </a:lnTo>
                  <a:lnTo>
                    <a:pt x="570019" y="340623"/>
                  </a:lnTo>
                  <a:lnTo>
                    <a:pt x="607158" y="315443"/>
                  </a:lnTo>
                  <a:lnTo>
                    <a:pt x="644864" y="291153"/>
                  </a:lnTo>
                  <a:lnTo>
                    <a:pt x="683120" y="267762"/>
                  </a:lnTo>
                  <a:lnTo>
                    <a:pt x="721909" y="245279"/>
                  </a:lnTo>
                  <a:lnTo>
                    <a:pt x="761212" y="223715"/>
                  </a:lnTo>
                  <a:lnTo>
                    <a:pt x="801013" y="203078"/>
                  </a:lnTo>
                  <a:lnTo>
                    <a:pt x="841293" y="183379"/>
                  </a:lnTo>
                  <a:lnTo>
                    <a:pt x="882034" y="164626"/>
                  </a:lnTo>
                  <a:lnTo>
                    <a:pt x="923220" y="146831"/>
                  </a:lnTo>
                  <a:lnTo>
                    <a:pt x="964832" y="130002"/>
                  </a:lnTo>
                  <a:lnTo>
                    <a:pt x="1006852" y="114148"/>
                  </a:lnTo>
                  <a:lnTo>
                    <a:pt x="1049264" y="99281"/>
                  </a:lnTo>
                  <a:lnTo>
                    <a:pt x="1092049" y="85408"/>
                  </a:lnTo>
                  <a:lnTo>
                    <a:pt x="1135190" y="72540"/>
                  </a:lnTo>
                  <a:lnTo>
                    <a:pt x="1178669" y="60687"/>
                  </a:lnTo>
                  <a:lnTo>
                    <a:pt x="1222468" y="49857"/>
                  </a:lnTo>
                  <a:lnTo>
                    <a:pt x="1266571" y="40061"/>
                  </a:lnTo>
                  <a:lnTo>
                    <a:pt x="1310958" y="31309"/>
                  </a:lnTo>
                  <a:lnTo>
                    <a:pt x="1355612" y="23609"/>
                  </a:lnTo>
                  <a:lnTo>
                    <a:pt x="1400516" y="16972"/>
                  </a:lnTo>
                  <a:lnTo>
                    <a:pt x="1445653" y="11407"/>
                  </a:lnTo>
                  <a:lnTo>
                    <a:pt x="1491003" y="6923"/>
                  </a:lnTo>
                  <a:lnTo>
                    <a:pt x="1536551" y="3531"/>
                  </a:lnTo>
                  <a:lnTo>
                    <a:pt x="1582277" y="1240"/>
                  </a:lnTo>
                  <a:lnTo>
                    <a:pt x="1628165" y="60"/>
                  </a:lnTo>
                  <a:lnTo>
                    <a:pt x="1674196" y="0"/>
                  </a:lnTo>
                  <a:lnTo>
                    <a:pt x="1720354" y="1069"/>
                  </a:lnTo>
                  <a:lnTo>
                    <a:pt x="1766620" y="3278"/>
                  </a:lnTo>
                  <a:lnTo>
                    <a:pt x="1812977" y="6636"/>
                  </a:lnTo>
                  <a:lnTo>
                    <a:pt x="1859407" y="11153"/>
                  </a:lnTo>
                  <a:lnTo>
                    <a:pt x="1905892" y="16838"/>
                  </a:lnTo>
                  <a:lnTo>
                    <a:pt x="1952415" y="23701"/>
                  </a:lnTo>
                  <a:lnTo>
                    <a:pt x="1998958" y="31751"/>
                  </a:lnTo>
                  <a:lnTo>
                    <a:pt x="2045503" y="40999"/>
                  </a:lnTo>
                  <a:lnTo>
                    <a:pt x="2092033" y="51453"/>
                  </a:lnTo>
                  <a:lnTo>
                    <a:pt x="2138530" y="63124"/>
                  </a:lnTo>
                  <a:lnTo>
                    <a:pt x="2184977" y="76021"/>
                  </a:lnTo>
                  <a:lnTo>
                    <a:pt x="2231153" y="90090"/>
                  </a:lnTo>
                  <a:lnTo>
                    <a:pt x="2276709" y="105219"/>
                  </a:lnTo>
                  <a:lnTo>
                    <a:pt x="2321637" y="121391"/>
                  </a:lnTo>
                  <a:lnTo>
                    <a:pt x="2365926" y="138588"/>
                  </a:lnTo>
                  <a:lnTo>
                    <a:pt x="2409566" y="156793"/>
                  </a:lnTo>
                  <a:lnTo>
                    <a:pt x="2452548" y="175988"/>
                  </a:lnTo>
                  <a:lnTo>
                    <a:pt x="2494863" y="196155"/>
                  </a:lnTo>
                  <a:lnTo>
                    <a:pt x="2536501" y="217278"/>
                  </a:lnTo>
                  <a:lnTo>
                    <a:pt x="2577451" y="239338"/>
                  </a:lnTo>
                  <a:lnTo>
                    <a:pt x="2617705" y="262318"/>
                  </a:lnTo>
                  <a:lnTo>
                    <a:pt x="2657252" y="286200"/>
                  </a:lnTo>
                  <a:lnTo>
                    <a:pt x="2696084" y="310967"/>
                  </a:lnTo>
                  <a:lnTo>
                    <a:pt x="2734190" y="336601"/>
                  </a:lnTo>
                  <a:lnTo>
                    <a:pt x="2771561" y="363084"/>
                  </a:lnTo>
                  <a:lnTo>
                    <a:pt x="2808187" y="390400"/>
                  </a:lnTo>
                  <a:lnTo>
                    <a:pt x="2844059" y="418529"/>
                  </a:lnTo>
                  <a:lnTo>
                    <a:pt x="2879167" y="447456"/>
                  </a:lnTo>
                  <a:lnTo>
                    <a:pt x="2913500" y="477162"/>
                  </a:lnTo>
                  <a:lnTo>
                    <a:pt x="2947051" y="507630"/>
                  </a:lnTo>
                  <a:lnTo>
                    <a:pt x="2979808" y="538842"/>
                  </a:lnTo>
                  <a:lnTo>
                    <a:pt x="3011762" y="570780"/>
                  </a:lnTo>
                  <a:lnTo>
                    <a:pt x="3042905" y="603428"/>
                  </a:lnTo>
                  <a:lnTo>
                    <a:pt x="3073225" y="636766"/>
                  </a:lnTo>
                  <a:lnTo>
                    <a:pt x="3102713" y="670779"/>
                  </a:lnTo>
                  <a:lnTo>
                    <a:pt x="3131360" y="705448"/>
                  </a:lnTo>
                  <a:lnTo>
                    <a:pt x="3159157" y="740756"/>
                  </a:lnTo>
                  <a:lnTo>
                    <a:pt x="3186092" y="776684"/>
                  </a:lnTo>
                  <a:lnTo>
                    <a:pt x="3212158" y="813217"/>
                  </a:lnTo>
                  <a:lnTo>
                    <a:pt x="3237343" y="850335"/>
                  </a:lnTo>
                  <a:lnTo>
                    <a:pt x="3261639" y="888022"/>
                  </a:lnTo>
                  <a:lnTo>
                    <a:pt x="3285036" y="926260"/>
                  </a:lnTo>
                  <a:lnTo>
                    <a:pt x="3309033" y="967780"/>
                  </a:lnTo>
                  <a:lnTo>
                    <a:pt x="0" y="967780"/>
                  </a:lnTo>
                  <a:close/>
                </a:path>
              </a:pathLst>
            </a:custGeom>
            <a:solidFill>
              <a:srgbClr val="123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>
              <a:off x="16920906" y="6287321"/>
              <a:ext cx="1367155" cy="3644900"/>
            </a:xfrm>
            <a:custGeom>
              <a:rect b="b" l="l" r="r" t="t"/>
              <a:pathLst>
                <a:path extrusionOk="0" h="3644900" w="1367155">
                  <a:moveTo>
                    <a:pt x="1362881" y="3644328"/>
                  </a:moveTo>
                  <a:lnTo>
                    <a:pt x="1321201" y="3631563"/>
                  </a:lnTo>
                  <a:lnTo>
                    <a:pt x="1275724" y="3616388"/>
                  </a:lnTo>
                  <a:lnTo>
                    <a:pt x="1230872" y="3600170"/>
                  </a:lnTo>
                  <a:lnTo>
                    <a:pt x="1186654" y="3582928"/>
                  </a:lnTo>
                  <a:lnTo>
                    <a:pt x="1142793" y="3564551"/>
                  </a:lnTo>
                  <a:lnTo>
                    <a:pt x="1100160" y="3545442"/>
                  </a:lnTo>
                  <a:lnTo>
                    <a:pt x="1057903" y="3525232"/>
                  </a:lnTo>
                  <a:lnTo>
                    <a:pt x="1016320" y="3504068"/>
                  </a:lnTo>
                  <a:lnTo>
                    <a:pt x="975420" y="3481968"/>
                  </a:lnTo>
                  <a:lnTo>
                    <a:pt x="935212" y="3458948"/>
                  </a:lnTo>
                  <a:lnTo>
                    <a:pt x="895707" y="3435028"/>
                  </a:lnTo>
                  <a:lnTo>
                    <a:pt x="856915" y="3410223"/>
                  </a:lnTo>
                  <a:lnTo>
                    <a:pt x="818844" y="3384552"/>
                  </a:lnTo>
                  <a:lnTo>
                    <a:pt x="781506" y="3358032"/>
                  </a:lnTo>
                  <a:lnTo>
                    <a:pt x="744909" y="3330681"/>
                  </a:lnTo>
                  <a:lnTo>
                    <a:pt x="709063" y="3302516"/>
                  </a:lnTo>
                  <a:lnTo>
                    <a:pt x="673978" y="3273556"/>
                  </a:lnTo>
                  <a:lnTo>
                    <a:pt x="639664" y="3243817"/>
                  </a:lnTo>
                  <a:lnTo>
                    <a:pt x="606131" y="3213316"/>
                  </a:lnTo>
                  <a:lnTo>
                    <a:pt x="573388" y="3182073"/>
                  </a:lnTo>
                  <a:lnTo>
                    <a:pt x="541445" y="3150104"/>
                  </a:lnTo>
                  <a:lnTo>
                    <a:pt x="510312" y="3117426"/>
                  </a:lnTo>
                  <a:lnTo>
                    <a:pt x="479999" y="3084058"/>
                  </a:lnTo>
                  <a:lnTo>
                    <a:pt x="450515" y="3050017"/>
                  </a:lnTo>
                  <a:lnTo>
                    <a:pt x="421870" y="3015321"/>
                  </a:lnTo>
                  <a:lnTo>
                    <a:pt x="394074" y="2979986"/>
                  </a:lnTo>
                  <a:lnTo>
                    <a:pt x="367136" y="2944031"/>
                  </a:lnTo>
                  <a:lnTo>
                    <a:pt x="341067" y="2907473"/>
                  </a:lnTo>
                  <a:lnTo>
                    <a:pt x="315875" y="2870330"/>
                  </a:lnTo>
                  <a:lnTo>
                    <a:pt x="291572" y="2832620"/>
                  </a:lnTo>
                  <a:lnTo>
                    <a:pt x="268166" y="2794359"/>
                  </a:lnTo>
                  <a:lnTo>
                    <a:pt x="245668" y="2755566"/>
                  </a:lnTo>
                  <a:lnTo>
                    <a:pt x="224087" y="2716257"/>
                  </a:lnTo>
                  <a:lnTo>
                    <a:pt x="203432" y="2676452"/>
                  </a:lnTo>
                  <a:lnTo>
                    <a:pt x="183714" y="2636166"/>
                  </a:lnTo>
                  <a:lnTo>
                    <a:pt x="164943" y="2595418"/>
                  </a:lnTo>
                  <a:lnTo>
                    <a:pt x="147127" y="2554226"/>
                  </a:lnTo>
                  <a:lnTo>
                    <a:pt x="130278" y="2512606"/>
                  </a:lnTo>
                  <a:lnTo>
                    <a:pt x="114404" y="2470577"/>
                  </a:lnTo>
                  <a:lnTo>
                    <a:pt x="99515" y="2428156"/>
                  </a:lnTo>
                  <a:lnTo>
                    <a:pt x="85622" y="2385360"/>
                  </a:lnTo>
                  <a:lnTo>
                    <a:pt x="72733" y="2342208"/>
                  </a:lnTo>
                  <a:lnTo>
                    <a:pt x="60859" y="2298716"/>
                  </a:lnTo>
                  <a:lnTo>
                    <a:pt x="50010" y="2254902"/>
                  </a:lnTo>
                  <a:lnTo>
                    <a:pt x="40194" y="2210785"/>
                  </a:lnTo>
                  <a:lnTo>
                    <a:pt x="31423" y="2166380"/>
                  </a:lnTo>
                  <a:lnTo>
                    <a:pt x="23705" y="2121707"/>
                  </a:lnTo>
                  <a:lnTo>
                    <a:pt x="17050" y="2076782"/>
                  </a:lnTo>
                  <a:lnTo>
                    <a:pt x="11469" y="2031623"/>
                  </a:lnTo>
                  <a:lnTo>
                    <a:pt x="6970" y="1986248"/>
                  </a:lnTo>
                  <a:lnTo>
                    <a:pt x="3564" y="1940675"/>
                  </a:lnTo>
                  <a:lnTo>
                    <a:pt x="1261" y="1894920"/>
                  </a:lnTo>
                  <a:lnTo>
                    <a:pt x="69" y="1849001"/>
                  </a:lnTo>
                  <a:lnTo>
                    <a:pt x="0" y="1802936"/>
                  </a:lnTo>
                  <a:lnTo>
                    <a:pt x="1062" y="1756743"/>
                  </a:lnTo>
                  <a:lnTo>
                    <a:pt x="3265" y="1710439"/>
                  </a:lnTo>
                  <a:lnTo>
                    <a:pt x="6620" y="1664041"/>
                  </a:lnTo>
                  <a:lnTo>
                    <a:pt x="11135" y="1617568"/>
                  </a:lnTo>
                  <a:lnTo>
                    <a:pt x="16821" y="1571037"/>
                  </a:lnTo>
                  <a:lnTo>
                    <a:pt x="23688" y="1524465"/>
                  </a:lnTo>
                  <a:lnTo>
                    <a:pt x="31744" y="1477869"/>
                  </a:lnTo>
                  <a:lnTo>
                    <a:pt x="41001" y="1431269"/>
                  </a:lnTo>
                  <a:lnTo>
                    <a:pt x="51467" y="1384680"/>
                  </a:lnTo>
                  <a:lnTo>
                    <a:pt x="63153" y="1338121"/>
                  </a:lnTo>
                  <a:lnTo>
                    <a:pt x="76068" y="1291609"/>
                  </a:lnTo>
                  <a:lnTo>
                    <a:pt x="90137" y="1245433"/>
                  </a:lnTo>
                  <a:lnTo>
                    <a:pt x="105269" y="1199877"/>
                  </a:lnTo>
                  <a:lnTo>
                    <a:pt x="121446" y="1154951"/>
                  </a:lnTo>
                  <a:lnTo>
                    <a:pt x="138650" y="1110665"/>
                  </a:lnTo>
                  <a:lnTo>
                    <a:pt x="156863" y="1067027"/>
                  </a:lnTo>
                  <a:lnTo>
                    <a:pt x="176068" y="1024047"/>
                  </a:lnTo>
                  <a:lnTo>
                    <a:pt x="196247" y="981736"/>
                  </a:lnTo>
                  <a:lnTo>
                    <a:pt x="217382" y="940102"/>
                  </a:lnTo>
                  <a:lnTo>
                    <a:pt x="239457" y="899156"/>
                  </a:lnTo>
                  <a:lnTo>
                    <a:pt x="262452" y="858906"/>
                  </a:lnTo>
                  <a:lnTo>
                    <a:pt x="286350" y="819363"/>
                  </a:lnTo>
                  <a:lnTo>
                    <a:pt x="311135" y="780537"/>
                  </a:lnTo>
                  <a:lnTo>
                    <a:pt x="336787" y="742436"/>
                  </a:lnTo>
                  <a:lnTo>
                    <a:pt x="363290" y="705071"/>
                  </a:lnTo>
                  <a:lnTo>
                    <a:pt x="390625" y="668450"/>
                  </a:lnTo>
                  <a:lnTo>
                    <a:pt x="418775" y="632585"/>
                  </a:lnTo>
                  <a:lnTo>
                    <a:pt x="447723" y="597483"/>
                  </a:lnTo>
                  <a:lnTo>
                    <a:pt x="477451" y="563156"/>
                  </a:lnTo>
                  <a:lnTo>
                    <a:pt x="507941" y="529612"/>
                  </a:lnTo>
                  <a:lnTo>
                    <a:pt x="539175" y="496861"/>
                  </a:lnTo>
                  <a:lnTo>
                    <a:pt x="571135" y="464913"/>
                  </a:lnTo>
                  <a:lnTo>
                    <a:pt x="603805" y="433777"/>
                  </a:lnTo>
                  <a:lnTo>
                    <a:pt x="637166" y="403464"/>
                  </a:lnTo>
                  <a:lnTo>
                    <a:pt x="671201" y="373982"/>
                  </a:lnTo>
                  <a:lnTo>
                    <a:pt x="705892" y="345341"/>
                  </a:lnTo>
                  <a:lnTo>
                    <a:pt x="741222" y="317551"/>
                  </a:lnTo>
                  <a:lnTo>
                    <a:pt x="777172" y="290622"/>
                  </a:lnTo>
                  <a:lnTo>
                    <a:pt x="813725" y="264562"/>
                  </a:lnTo>
                  <a:lnTo>
                    <a:pt x="850863" y="239383"/>
                  </a:lnTo>
                  <a:lnTo>
                    <a:pt x="888569" y="215093"/>
                  </a:lnTo>
                  <a:lnTo>
                    <a:pt x="926826" y="191701"/>
                  </a:lnTo>
                  <a:lnTo>
                    <a:pt x="965614" y="169219"/>
                  </a:lnTo>
                  <a:lnTo>
                    <a:pt x="1004918" y="147654"/>
                  </a:lnTo>
                  <a:lnTo>
                    <a:pt x="1044718" y="127017"/>
                  </a:lnTo>
                  <a:lnTo>
                    <a:pt x="1084998" y="107318"/>
                  </a:lnTo>
                  <a:lnTo>
                    <a:pt x="1125740" y="88566"/>
                  </a:lnTo>
                  <a:lnTo>
                    <a:pt x="1166925" y="70770"/>
                  </a:lnTo>
                  <a:lnTo>
                    <a:pt x="1208537" y="53941"/>
                  </a:lnTo>
                  <a:lnTo>
                    <a:pt x="1250558" y="38088"/>
                  </a:lnTo>
                  <a:lnTo>
                    <a:pt x="1292970" y="23220"/>
                  </a:lnTo>
                  <a:lnTo>
                    <a:pt x="1335755" y="9347"/>
                  </a:lnTo>
                  <a:lnTo>
                    <a:pt x="1367095" y="0"/>
                  </a:lnTo>
                  <a:lnTo>
                    <a:pt x="1367095" y="3629853"/>
                  </a:lnTo>
                  <a:lnTo>
                    <a:pt x="1362881" y="3644328"/>
                  </a:lnTo>
                  <a:close/>
                </a:path>
              </a:pathLst>
            </a:custGeom>
            <a:solidFill>
              <a:srgbClr val="0F67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8"/>
            <p:cNvSpPr/>
            <p:nvPr/>
          </p:nvSpPr>
          <p:spPr>
            <a:xfrm>
              <a:off x="15606885" y="6833634"/>
              <a:ext cx="961390" cy="961390"/>
            </a:xfrm>
            <a:custGeom>
              <a:rect b="b" l="l" r="r" t="t"/>
              <a:pathLst>
                <a:path extrusionOk="0" h="961390" w="961390">
                  <a:moveTo>
                    <a:pt x="346163" y="941832"/>
                  </a:moveTo>
                  <a:lnTo>
                    <a:pt x="301589" y="926446"/>
                  </a:lnTo>
                  <a:lnTo>
                    <a:pt x="258737" y="906764"/>
                  </a:lnTo>
                  <a:lnTo>
                    <a:pt x="218022" y="882977"/>
                  </a:lnTo>
                  <a:lnTo>
                    <a:pt x="179834" y="855313"/>
                  </a:lnTo>
                  <a:lnTo>
                    <a:pt x="144541" y="824040"/>
                  </a:lnTo>
                  <a:lnTo>
                    <a:pt x="112484" y="789458"/>
                  </a:lnTo>
                  <a:lnTo>
                    <a:pt x="83971" y="751901"/>
                  </a:lnTo>
                  <a:lnTo>
                    <a:pt x="59276" y="711729"/>
                  </a:lnTo>
                  <a:lnTo>
                    <a:pt x="38637" y="669331"/>
                  </a:lnTo>
                  <a:lnTo>
                    <a:pt x="22254" y="625113"/>
                  </a:lnTo>
                  <a:lnTo>
                    <a:pt x="10284" y="579503"/>
                  </a:lnTo>
                  <a:lnTo>
                    <a:pt x="2842" y="532939"/>
                  </a:lnTo>
                  <a:lnTo>
                    <a:pt x="0" y="485870"/>
                  </a:lnTo>
                  <a:lnTo>
                    <a:pt x="313" y="462287"/>
                  </a:lnTo>
                  <a:lnTo>
                    <a:pt x="4409" y="415311"/>
                  </a:lnTo>
                  <a:lnTo>
                    <a:pt x="13089" y="368962"/>
                  </a:lnTo>
                  <a:lnTo>
                    <a:pt x="26270" y="323687"/>
                  </a:lnTo>
                  <a:lnTo>
                    <a:pt x="43825" y="279921"/>
                  </a:lnTo>
                  <a:lnTo>
                    <a:pt x="65586" y="238087"/>
                  </a:lnTo>
                  <a:lnTo>
                    <a:pt x="91342" y="198588"/>
                  </a:lnTo>
                  <a:lnTo>
                    <a:pt x="120846" y="161803"/>
                  </a:lnTo>
                  <a:lnTo>
                    <a:pt x="153813" y="128088"/>
                  </a:lnTo>
                  <a:lnTo>
                    <a:pt x="189926" y="97766"/>
                  </a:lnTo>
                  <a:lnTo>
                    <a:pt x="228838" y="71130"/>
                  </a:lnTo>
                  <a:lnTo>
                    <a:pt x="270173" y="48436"/>
                  </a:lnTo>
                  <a:lnTo>
                    <a:pt x="313533" y="29902"/>
                  </a:lnTo>
                  <a:lnTo>
                    <a:pt x="358501" y="15709"/>
                  </a:lnTo>
                  <a:lnTo>
                    <a:pt x="404643" y="5991"/>
                  </a:lnTo>
                  <a:lnTo>
                    <a:pt x="451517" y="842"/>
                  </a:lnTo>
                  <a:lnTo>
                    <a:pt x="475086" y="0"/>
                  </a:lnTo>
                  <a:lnTo>
                    <a:pt x="498668" y="313"/>
                  </a:lnTo>
                  <a:lnTo>
                    <a:pt x="545645" y="4408"/>
                  </a:lnTo>
                  <a:lnTo>
                    <a:pt x="591995" y="13088"/>
                  </a:lnTo>
                  <a:lnTo>
                    <a:pt x="637270" y="26270"/>
                  </a:lnTo>
                  <a:lnTo>
                    <a:pt x="681035" y="43825"/>
                  </a:lnTo>
                  <a:lnTo>
                    <a:pt x="722869" y="65585"/>
                  </a:lnTo>
                  <a:lnTo>
                    <a:pt x="762368" y="91342"/>
                  </a:lnTo>
                  <a:lnTo>
                    <a:pt x="799153" y="120845"/>
                  </a:lnTo>
                  <a:lnTo>
                    <a:pt x="832868" y="153813"/>
                  </a:lnTo>
                  <a:lnTo>
                    <a:pt x="863190" y="189926"/>
                  </a:lnTo>
                  <a:lnTo>
                    <a:pt x="889827" y="228838"/>
                  </a:lnTo>
                  <a:lnTo>
                    <a:pt x="912521" y="270172"/>
                  </a:lnTo>
                  <a:lnTo>
                    <a:pt x="931054" y="313532"/>
                  </a:lnTo>
                  <a:lnTo>
                    <a:pt x="945248" y="358500"/>
                  </a:lnTo>
                  <a:lnTo>
                    <a:pt x="954965" y="404643"/>
                  </a:lnTo>
                  <a:lnTo>
                    <a:pt x="960114" y="451516"/>
                  </a:lnTo>
                  <a:lnTo>
                    <a:pt x="960957" y="475086"/>
                  </a:lnTo>
                  <a:lnTo>
                    <a:pt x="960643" y="498668"/>
                  </a:lnTo>
                  <a:lnTo>
                    <a:pt x="956548" y="545645"/>
                  </a:lnTo>
                  <a:lnTo>
                    <a:pt x="947868" y="591994"/>
                  </a:lnTo>
                  <a:lnTo>
                    <a:pt x="934687" y="637270"/>
                  </a:lnTo>
                  <a:lnTo>
                    <a:pt x="917132" y="681035"/>
                  </a:lnTo>
                  <a:lnTo>
                    <a:pt x="895371" y="722868"/>
                  </a:lnTo>
                  <a:lnTo>
                    <a:pt x="869615" y="762368"/>
                  </a:lnTo>
                  <a:lnTo>
                    <a:pt x="840111" y="799152"/>
                  </a:lnTo>
                  <a:lnTo>
                    <a:pt x="807143" y="832868"/>
                  </a:lnTo>
                  <a:lnTo>
                    <a:pt x="771030" y="863190"/>
                  </a:lnTo>
                  <a:lnTo>
                    <a:pt x="732119" y="889826"/>
                  </a:lnTo>
                  <a:lnTo>
                    <a:pt x="690784" y="912520"/>
                  </a:lnTo>
                  <a:lnTo>
                    <a:pt x="647424" y="931053"/>
                  </a:lnTo>
                  <a:lnTo>
                    <a:pt x="602456" y="945247"/>
                  </a:lnTo>
                  <a:lnTo>
                    <a:pt x="556313" y="954965"/>
                  </a:lnTo>
                  <a:lnTo>
                    <a:pt x="509440" y="960113"/>
                  </a:lnTo>
                  <a:lnTo>
                    <a:pt x="485870" y="960956"/>
                  </a:lnTo>
                  <a:lnTo>
                    <a:pt x="462288" y="960642"/>
                  </a:lnTo>
                  <a:lnTo>
                    <a:pt x="415311" y="956548"/>
                  </a:lnTo>
                  <a:lnTo>
                    <a:pt x="368962" y="947868"/>
                  </a:lnTo>
                  <a:lnTo>
                    <a:pt x="346163" y="941832"/>
                  </a:lnTo>
                  <a:close/>
                </a:path>
              </a:pathLst>
            </a:custGeom>
            <a:solidFill>
              <a:srgbClr val="035C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type="title"/>
          </p:nvPr>
        </p:nvSpPr>
        <p:spPr>
          <a:xfrm>
            <a:off x="575074" y="253486"/>
            <a:ext cx="17137851" cy="1122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765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71" name="Google Shape;71;p9"/>
          <p:cNvSpPr txBox="1"/>
          <p:nvPr>
            <p:ph idx="1" type="body"/>
          </p:nvPr>
        </p:nvSpPr>
        <p:spPr>
          <a:xfrm>
            <a:off x="878238" y="2596942"/>
            <a:ext cx="13335600" cy="47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/>
              <a:t>To develop a reliable distributed file storage system.</a:t>
            </a:r>
            <a:endParaRPr/>
          </a:p>
          <a:p>
            <a:pPr indent="-425450" lvl="0" marL="457200" marR="46481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/>
              <a:t>To ensure data redundancy and fault tolerance using file replication. </a:t>
            </a:r>
            <a:endParaRPr/>
          </a:p>
          <a:p>
            <a:pPr indent="-425450" lvl="0" marL="457200" marR="46481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/>
              <a:t>To provide an easy-to-use web interface for managing files.</a:t>
            </a:r>
            <a:endParaRPr/>
          </a:p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/>
              <a:t>To enable secure access through user authentication.</a:t>
            </a:r>
            <a:endParaRPr/>
          </a:p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/>
              <a:t>To support core file operations — upload, view, download, and delete.</a:t>
            </a:r>
            <a:endParaRPr/>
          </a:p>
        </p:txBody>
      </p:sp>
      <p:grpSp>
        <p:nvGrpSpPr>
          <p:cNvPr id="72" name="Google Shape;72;p9"/>
          <p:cNvGrpSpPr/>
          <p:nvPr/>
        </p:nvGrpSpPr>
        <p:grpSpPr>
          <a:xfrm>
            <a:off x="14283208" y="6287321"/>
            <a:ext cx="4004853" cy="4000273"/>
            <a:chOff x="14283208" y="6287321"/>
            <a:chExt cx="4004853" cy="4000273"/>
          </a:xfrm>
        </p:grpSpPr>
        <p:sp>
          <p:nvSpPr>
            <p:cNvPr id="73" name="Google Shape;73;p9"/>
            <p:cNvSpPr/>
            <p:nvPr/>
          </p:nvSpPr>
          <p:spPr>
            <a:xfrm>
              <a:off x="14283208" y="9319219"/>
              <a:ext cx="3309620" cy="968375"/>
            </a:xfrm>
            <a:custGeom>
              <a:rect b="b" l="l" r="r" t="t"/>
              <a:pathLst>
                <a:path extrusionOk="0" h="968375" w="3309619">
                  <a:moveTo>
                    <a:pt x="0" y="967780"/>
                  </a:moveTo>
                  <a:lnTo>
                    <a:pt x="42645" y="895424"/>
                  </a:lnTo>
                  <a:lnTo>
                    <a:pt x="67429" y="856597"/>
                  </a:lnTo>
                  <a:lnTo>
                    <a:pt x="93081" y="818496"/>
                  </a:lnTo>
                  <a:lnTo>
                    <a:pt x="119584" y="781131"/>
                  </a:lnTo>
                  <a:lnTo>
                    <a:pt x="146920" y="744511"/>
                  </a:lnTo>
                  <a:lnTo>
                    <a:pt x="175070" y="708645"/>
                  </a:lnTo>
                  <a:lnTo>
                    <a:pt x="204018" y="673544"/>
                  </a:lnTo>
                  <a:lnTo>
                    <a:pt x="233745" y="639216"/>
                  </a:lnTo>
                  <a:lnTo>
                    <a:pt x="264235" y="605672"/>
                  </a:lnTo>
                  <a:lnTo>
                    <a:pt x="295469" y="572921"/>
                  </a:lnTo>
                  <a:lnTo>
                    <a:pt x="327430" y="540973"/>
                  </a:lnTo>
                  <a:lnTo>
                    <a:pt x="360100" y="509838"/>
                  </a:lnTo>
                  <a:lnTo>
                    <a:pt x="393461" y="479524"/>
                  </a:lnTo>
                  <a:lnTo>
                    <a:pt x="427496" y="450042"/>
                  </a:lnTo>
                  <a:lnTo>
                    <a:pt x="462187" y="421401"/>
                  </a:lnTo>
                  <a:lnTo>
                    <a:pt x="497516" y="393612"/>
                  </a:lnTo>
                  <a:lnTo>
                    <a:pt x="533466" y="366682"/>
                  </a:lnTo>
                  <a:lnTo>
                    <a:pt x="570019" y="340623"/>
                  </a:lnTo>
                  <a:lnTo>
                    <a:pt x="607158" y="315443"/>
                  </a:lnTo>
                  <a:lnTo>
                    <a:pt x="644864" y="291153"/>
                  </a:lnTo>
                  <a:lnTo>
                    <a:pt x="683120" y="267762"/>
                  </a:lnTo>
                  <a:lnTo>
                    <a:pt x="721909" y="245279"/>
                  </a:lnTo>
                  <a:lnTo>
                    <a:pt x="761212" y="223715"/>
                  </a:lnTo>
                  <a:lnTo>
                    <a:pt x="801013" y="203078"/>
                  </a:lnTo>
                  <a:lnTo>
                    <a:pt x="841293" y="183379"/>
                  </a:lnTo>
                  <a:lnTo>
                    <a:pt x="882034" y="164626"/>
                  </a:lnTo>
                  <a:lnTo>
                    <a:pt x="923220" y="146831"/>
                  </a:lnTo>
                  <a:lnTo>
                    <a:pt x="964832" y="130002"/>
                  </a:lnTo>
                  <a:lnTo>
                    <a:pt x="1006852" y="114148"/>
                  </a:lnTo>
                  <a:lnTo>
                    <a:pt x="1049264" y="99281"/>
                  </a:lnTo>
                  <a:lnTo>
                    <a:pt x="1092049" y="85408"/>
                  </a:lnTo>
                  <a:lnTo>
                    <a:pt x="1135190" y="72540"/>
                  </a:lnTo>
                  <a:lnTo>
                    <a:pt x="1178669" y="60687"/>
                  </a:lnTo>
                  <a:lnTo>
                    <a:pt x="1222468" y="49857"/>
                  </a:lnTo>
                  <a:lnTo>
                    <a:pt x="1266571" y="40061"/>
                  </a:lnTo>
                  <a:lnTo>
                    <a:pt x="1310958" y="31309"/>
                  </a:lnTo>
                  <a:lnTo>
                    <a:pt x="1355612" y="23609"/>
                  </a:lnTo>
                  <a:lnTo>
                    <a:pt x="1400516" y="16972"/>
                  </a:lnTo>
                  <a:lnTo>
                    <a:pt x="1445653" y="11407"/>
                  </a:lnTo>
                  <a:lnTo>
                    <a:pt x="1491003" y="6923"/>
                  </a:lnTo>
                  <a:lnTo>
                    <a:pt x="1536551" y="3531"/>
                  </a:lnTo>
                  <a:lnTo>
                    <a:pt x="1582277" y="1240"/>
                  </a:lnTo>
                  <a:lnTo>
                    <a:pt x="1628165" y="60"/>
                  </a:lnTo>
                  <a:lnTo>
                    <a:pt x="1674196" y="0"/>
                  </a:lnTo>
                  <a:lnTo>
                    <a:pt x="1720354" y="1069"/>
                  </a:lnTo>
                  <a:lnTo>
                    <a:pt x="1766620" y="3278"/>
                  </a:lnTo>
                  <a:lnTo>
                    <a:pt x="1812977" y="6636"/>
                  </a:lnTo>
                  <a:lnTo>
                    <a:pt x="1859407" y="11153"/>
                  </a:lnTo>
                  <a:lnTo>
                    <a:pt x="1905892" y="16838"/>
                  </a:lnTo>
                  <a:lnTo>
                    <a:pt x="1952415" y="23701"/>
                  </a:lnTo>
                  <a:lnTo>
                    <a:pt x="1998958" y="31751"/>
                  </a:lnTo>
                  <a:lnTo>
                    <a:pt x="2045503" y="40999"/>
                  </a:lnTo>
                  <a:lnTo>
                    <a:pt x="2092033" y="51453"/>
                  </a:lnTo>
                  <a:lnTo>
                    <a:pt x="2138530" y="63124"/>
                  </a:lnTo>
                  <a:lnTo>
                    <a:pt x="2184977" y="76021"/>
                  </a:lnTo>
                  <a:lnTo>
                    <a:pt x="2231153" y="90090"/>
                  </a:lnTo>
                  <a:lnTo>
                    <a:pt x="2276709" y="105219"/>
                  </a:lnTo>
                  <a:lnTo>
                    <a:pt x="2321637" y="121391"/>
                  </a:lnTo>
                  <a:lnTo>
                    <a:pt x="2365926" y="138588"/>
                  </a:lnTo>
                  <a:lnTo>
                    <a:pt x="2409566" y="156793"/>
                  </a:lnTo>
                  <a:lnTo>
                    <a:pt x="2452548" y="175988"/>
                  </a:lnTo>
                  <a:lnTo>
                    <a:pt x="2494863" y="196155"/>
                  </a:lnTo>
                  <a:lnTo>
                    <a:pt x="2536501" y="217278"/>
                  </a:lnTo>
                  <a:lnTo>
                    <a:pt x="2577451" y="239338"/>
                  </a:lnTo>
                  <a:lnTo>
                    <a:pt x="2617705" y="262318"/>
                  </a:lnTo>
                  <a:lnTo>
                    <a:pt x="2657252" y="286200"/>
                  </a:lnTo>
                  <a:lnTo>
                    <a:pt x="2696084" y="310967"/>
                  </a:lnTo>
                  <a:lnTo>
                    <a:pt x="2734190" y="336601"/>
                  </a:lnTo>
                  <a:lnTo>
                    <a:pt x="2771561" y="363084"/>
                  </a:lnTo>
                  <a:lnTo>
                    <a:pt x="2808187" y="390400"/>
                  </a:lnTo>
                  <a:lnTo>
                    <a:pt x="2844059" y="418529"/>
                  </a:lnTo>
                  <a:lnTo>
                    <a:pt x="2879167" y="447456"/>
                  </a:lnTo>
                  <a:lnTo>
                    <a:pt x="2913500" y="477162"/>
                  </a:lnTo>
                  <a:lnTo>
                    <a:pt x="2947051" y="507630"/>
                  </a:lnTo>
                  <a:lnTo>
                    <a:pt x="2979808" y="538842"/>
                  </a:lnTo>
                  <a:lnTo>
                    <a:pt x="3011762" y="570780"/>
                  </a:lnTo>
                  <a:lnTo>
                    <a:pt x="3042905" y="603428"/>
                  </a:lnTo>
                  <a:lnTo>
                    <a:pt x="3073225" y="636766"/>
                  </a:lnTo>
                  <a:lnTo>
                    <a:pt x="3102713" y="670779"/>
                  </a:lnTo>
                  <a:lnTo>
                    <a:pt x="3131360" y="705448"/>
                  </a:lnTo>
                  <a:lnTo>
                    <a:pt x="3159157" y="740756"/>
                  </a:lnTo>
                  <a:lnTo>
                    <a:pt x="3186092" y="776684"/>
                  </a:lnTo>
                  <a:lnTo>
                    <a:pt x="3212158" y="813217"/>
                  </a:lnTo>
                  <a:lnTo>
                    <a:pt x="3237343" y="850335"/>
                  </a:lnTo>
                  <a:lnTo>
                    <a:pt x="3261639" y="888022"/>
                  </a:lnTo>
                  <a:lnTo>
                    <a:pt x="3285036" y="926260"/>
                  </a:lnTo>
                  <a:lnTo>
                    <a:pt x="3309033" y="967780"/>
                  </a:lnTo>
                  <a:lnTo>
                    <a:pt x="0" y="967780"/>
                  </a:lnTo>
                  <a:close/>
                </a:path>
              </a:pathLst>
            </a:custGeom>
            <a:solidFill>
              <a:srgbClr val="123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9"/>
            <p:cNvSpPr/>
            <p:nvPr/>
          </p:nvSpPr>
          <p:spPr>
            <a:xfrm>
              <a:off x="16920906" y="6287321"/>
              <a:ext cx="1367155" cy="3644900"/>
            </a:xfrm>
            <a:custGeom>
              <a:rect b="b" l="l" r="r" t="t"/>
              <a:pathLst>
                <a:path extrusionOk="0" h="3644900" w="1367155">
                  <a:moveTo>
                    <a:pt x="1362881" y="3644328"/>
                  </a:moveTo>
                  <a:lnTo>
                    <a:pt x="1321201" y="3631563"/>
                  </a:lnTo>
                  <a:lnTo>
                    <a:pt x="1275724" y="3616388"/>
                  </a:lnTo>
                  <a:lnTo>
                    <a:pt x="1230872" y="3600170"/>
                  </a:lnTo>
                  <a:lnTo>
                    <a:pt x="1186654" y="3582928"/>
                  </a:lnTo>
                  <a:lnTo>
                    <a:pt x="1142793" y="3564551"/>
                  </a:lnTo>
                  <a:lnTo>
                    <a:pt x="1100160" y="3545442"/>
                  </a:lnTo>
                  <a:lnTo>
                    <a:pt x="1057903" y="3525232"/>
                  </a:lnTo>
                  <a:lnTo>
                    <a:pt x="1016320" y="3504068"/>
                  </a:lnTo>
                  <a:lnTo>
                    <a:pt x="975420" y="3481968"/>
                  </a:lnTo>
                  <a:lnTo>
                    <a:pt x="935212" y="3458948"/>
                  </a:lnTo>
                  <a:lnTo>
                    <a:pt x="895707" y="3435028"/>
                  </a:lnTo>
                  <a:lnTo>
                    <a:pt x="856915" y="3410223"/>
                  </a:lnTo>
                  <a:lnTo>
                    <a:pt x="818844" y="3384552"/>
                  </a:lnTo>
                  <a:lnTo>
                    <a:pt x="781506" y="3358032"/>
                  </a:lnTo>
                  <a:lnTo>
                    <a:pt x="744909" y="3330681"/>
                  </a:lnTo>
                  <a:lnTo>
                    <a:pt x="709063" y="3302516"/>
                  </a:lnTo>
                  <a:lnTo>
                    <a:pt x="673978" y="3273556"/>
                  </a:lnTo>
                  <a:lnTo>
                    <a:pt x="639664" y="3243817"/>
                  </a:lnTo>
                  <a:lnTo>
                    <a:pt x="606131" y="3213316"/>
                  </a:lnTo>
                  <a:lnTo>
                    <a:pt x="573388" y="3182073"/>
                  </a:lnTo>
                  <a:lnTo>
                    <a:pt x="541445" y="3150104"/>
                  </a:lnTo>
                  <a:lnTo>
                    <a:pt x="510312" y="3117426"/>
                  </a:lnTo>
                  <a:lnTo>
                    <a:pt x="479999" y="3084058"/>
                  </a:lnTo>
                  <a:lnTo>
                    <a:pt x="450515" y="3050017"/>
                  </a:lnTo>
                  <a:lnTo>
                    <a:pt x="421870" y="3015321"/>
                  </a:lnTo>
                  <a:lnTo>
                    <a:pt x="394074" y="2979986"/>
                  </a:lnTo>
                  <a:lnTo>
                    <a:pt x="367136" y="2944031"/>
                  </a:lnTo>
                  <a:lnTo>
                    <a:pt x="341067" y="2907473"/>
                  </a:lnTo>
                  <a:lnTo>
                    <a:pt x="315875" y="2870330"/>
                  </a:lnTo>
                  <a:lnTo>
                    <a:pt x="291572" y="2832620"/>
                  </a:lnTo>
                  <a:lnTo>
                    <a:pt x="268166" y="2794359"/>
                  </a:lnTo>
                  <a:lnTo>
                    <a:pt x="245668" y="2755566"/>
                  </a:lnTo>
                  <a:lnTo>
                    <a:pt x="224087" y="2716257"/>
                  </a:lnTo>
                  <a:lnTo>
                    <a:pt x="203432" y="2676452"/>
                  </a:lnTo>
                  <a:lnTo>
                    <a:pt x="183714" y="2636166"/>
                  </a:lnTo>
                  <a:lnTo>
                    <a:pt x="164943" y="2595418"/>
                  </a:lnTo>
                  <a:lnTo>
                    <a:pt x="147127" y="2554226"/>
                  </a:lnTo>
                  <a:lnTo>
                    <a:pt x="130278" y="2512606"/>
                  </a:lnTo>
                  <a:lnTo>
                    <a:pt x="114404" y="2470577"/>
                  </a:lnTo>
                  <a:lnTo>
                    <a:pt x="99515" y="2428156"/>
                  </a:lnTo>
                  <a:lnTo>
                    <a:pt x="85622" y="2385360"/>
                  </a:lnTo>
                  <a:lnTo>
                    <a:pt x="72733" y="2342208"/>
                  </a:lnTo>
                  <a:lnTo>
                    <a:pt x="60859" y="2298716"/>
                  </a:lnTo>
                  <a:lnTo>
                    <a:pt x="50010" y="2254902"/>
                  </a:lnTo>
                  <a:lnTo>
                    <a:pt x="40194" y="2210785"/>
                  </a:lnTo>
                  <a:lnTo>
                    <a:pt x="31423" y="2166380"/>
                  </a:lnTo>
                  <a:lnTo>
                    <a:pt x="23705" y="2121707"/>
                  </a:lnTo>
                  <a:lnTo>
                    <a:pt x="17050" y="2076782"/>
                  </a:lnTo>
                  <a:lnTo>
                    <a:pt x="11469" y="2031623"/>
                  </a:lnTo>
                  <a:lnTo>
                    <a:pt x="6970" y="1986248"/>
                  </a:lnTo>
                  <a:lnTo>
                    <a:pt x="3564" y="1940675"/>
                  </a:lnTo>
                  <a:lnTo>
                    <a:pt x="1261" y="1894920"/>
                  </a:lnTo>
                  <a:lnTo>
                    <a:pt x="69" y="1849001"/>
                  </a:lnTo>
                  <a:lnTo>
                    <a:pt x="0" y="1802936"/>
                  </a:lnTo>
                  <a:lnTo>
                    <a:pt x="1062" y="1756743"/>
                  </a:lnTo>
                  <a:lnTo>
                    <a:pt x="3265" y="1710439"/>
                  </a:lnTo>
                  <a:lnTo>
                    <a:pt x="6620" y="1664041"/>
                  </a:lnTo>
                  <a:lnTo>
                    <a:pt x="11135" y="1617568"/>
                  </a:lnTo>
                  <a:lnTo>
                    <a:pt x="16821" y="1571037"/>
                  </a:lnTo>
                  <a:lnTo>
                    <a:pt x="23688" y="1524465"/>
                  </a:lnTo>
                  <a:lnTo>
                    <a:pt x="31744" y="1477869"/>
                  </a:lnTo>
                  <a:lnTo>
                    <a:pt x="41001" y="1431269"/>
                  </a:lnTo>
                  <a:lnTo>
                    <a:pt x="51467" y="1384680"/>
                  </a:lnTo>
                  <a:lnTo>
                    <a:pt x="63153" y="1338121"/>
                  </a:lnTo>
                  <a:lnTo>
                    <a:pt x="76068" y="1291609"/>
                  </a:lnTo>
                  <a:lnTo>
                    <a:pt x="90137" y="1245433"/>
                  </a:lnTo>
                  <a:lnTo>
                    <a:pt x="105269" y="1199877"/>
                  </a:lnTo>
                  <a:lnTo>
                    <a:pt x="121446" y="1154951"/>
                  </a:lnTo>
                  <a:lnTo>
                    <a:pt x="138650" y="1110665"/>
                  </a:lnTo>
                  <a:lnTo>
                    <a:pt x="156863" y="1067027"/>
                  </a:lnTo>
                  <a:lnTo>
                    <a:pt x="176068" y="1024047"/>
                  </a:lnTo>
                  <a:lnTo>
                    <a:pt x="196247" y="981736"/>
                  </a:lnTo>
                  <a:lnTo>
                    <a:pt x="217382" y="940102"/>
                  </a:lnTo>
                  <a:lnTo>
                    <a:pt x="239457" y="899156"/>
                  </a:lnTo>
                  <a:lnTo>
                    <a:pt x="262452" y="858906"/>
                  </a:lnTo>
                  <a:lnTo>
                    <a:pt x="286350" y="819363"/>
                  </a:lnTo>
                  <a:lnTo>
                    <a:pt x="311135" y="780537"/>
                  </a:lnTo>
                  <a:lnTo>
                    <a:pt x="336787" y="742436"/>
                  </a:lnTo>
                  <a:lnTo>
                    <a:pt x="363290" y="705071"/>
                  </a:lnTo>
                  <a:lnTo>
                    <a:pt x="390625" y="668450"/>
                  </a:lnTo>
                  <a:lnTo>
                    <a:pt x="418775" y="632585"/>
                  </a:lnTo>
                  <a:lnTo>
                    <a:pt x="447723" y="597483"/>
                  </a:lnTo>
                  <a:lnTo>
                    <a:pt x="477451" y="563156"/>
                  </a:lnTo>
                  <a:lnTo>
                    <a:pt x="507941" y="529612"/>
                  </a:lnTo>
                  <a:lnTo>
                    <a:pt x="539175" y="496861"/>
                  </a:lnTo>
                  <a:lnTo>
                    <a:pt x="571135" y="464913"/>
                  </a:lnTo>
                  <a:lnTo>
                    <a:pt x="603805" y="433777"/>
                  </a:lnTo>
                  <a:lnTo>
                    <a:pt x="637166" y="403464"/>
                  </a:lnTo>
                  <a:lnTo>
                    <a:pt x="671201" y="373982"/>
                  </a:lnTo>
                  <a:lnTo>
                    <a:pt x="705892" y="345341"/>
                  </a:lnTo>
                  <a:lnTo>
                    <a:pt x="741222" y="317551"/>
                  </a:lnTo>
                  <a:lnTo>
                    <a:pt x="777172" y="290622"/>
                  </a:lnTo>
                  <a:lnTo>
                    <a:pt x="813725" y="264562"/>
                  </a:lnTo>
                  <a:lnTo>
                    <a:pt x="850863" y="239383"/>
                  </a:lnTo>
                  <a:lnTo>
                    <a:pt x="888569" y="215093"/>
                  </a:lnTo>
                  <a:lnTo>
                    <a:pt x="926826" y="191701"/>
                  </a:lnTo>
                  <a:lnTo>
                    <a:pt x="965614" y="169219"/>
                  </a:lnTo>
                  <a:lnTo>
                    <a:pt x="1004918" y="147654"/>
                  </a:lnTo>
                  <a:lnTo>
                    <a:pt x="1044718" y="127017"/>
                  </a:lnTo>
                  <a:lnTo>
                    <a:pt x="1084998" y="107318"/>
                  </a:lnTo>
                  <a:lnTo>
                    <a:pt x="1125740" y="88566"/>
                  </a:lnTo>
                  <a:lnTo>
                    <a:pt x="1166925" y="70770"/>
                  </a:lnTo>
                  <a:lnTo>
                    <a:pt x="1208537" y="53941"/>
                  </a:lnTo>
                  <a:lnTo>
                    <a:pt x="1250558" y="38088"/>
                  </a:lnTo>
                  <a:lnTo>
                    <a:pt x="1292970" y="23220"/>
                  </a:lnTo>
                  <a:lnTo>
                    <a:pt x="1335755" y="9347"/>
                  </a:lnTo>
                  <a:lnTo>
                    <a:pt x="1367095" y="0"/>
                  </a:lnTo>
                  <a:lnTo>
                    <a:pt x="1367095" y="3629853"/>
                  </a:lnTo>
                  <a:lnTo>
                    <a:pt x="1362881" y="3644328"/>
                  </a:lnTo>
                  <a:close/>
                </a:path>
              </a:pathLst>
            </a:custGeom>
            <a:solidFill>
              <a:srgbClr val="0F67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15606885" y="6833634"/>
              <a:ext cx="961390" cy="961390"/>
            </a:xfrm>
            <a:custGeom>
              <a:rect b="b" l="l" r="r" t="t"/>
              <a:pathLst>
                <a:path extrusionOk="0" h="961390" w="961390">
                  <a:moveTo>
                    <a:pt x="346163" y="941832"/>
                  </a:moveTo>
                  <a:lnTo>
                    <a:pt x="301589" y="926446"/>
                  </a:lnTo>
                  <a:lnTo>
                    <a:pt x="258737" y="906764"/>
                  </a:lnTo>
                  <a:lnTo>
                    <a:pt x="218022" y="882977"/>
                  </a:lnTo>
                  <a:lnTo>
                    <a:pt x="179834" y="855313"/>
                  </a:lnTo>
                  <a:lnTo>
                    <a:pt x="144541" y="824040"/>
                  </a:lnTo>
                  <a:lnTo>
                    <a:pt x="112484" y="789458"/>
                  </a:lnTo>
                  <a:lnTo>
                    <a:pt x="83971" y="751901"/>
                  </a:lnTo>
                  <a:lnTo>
                    <a:pt x="59276" y="711729"/>
                  </a:lnTo>
                  <a:lnTo>
                    <a:pt x="38637" y="669331"/>
                  </a:lnTo>
                  <a:lnTo>
                    <a:pt x="22254" y="625113"/>
                  </a:lnTo>
                  <a:lnTo>
                    <a:pt x="10284" y="579503"/>
                  </a:lnTo>
                  <a:lnTo>
                    <a:pt x="2842" y="532939"/>
                  </a:lnTo>
                  <a:lnTo>
                    <a:pt x="0" y="485870"/>
                  </a:lnTo>
                  <a:lnTo>
                    <a:pt x="313" y="462287"/>
                  </a:lnTo>
                  <a:lnTo>
                    <a:pt x="4409" y="415311"/>
                  </a:lnTo>
                  <a:lnTo>
                    <a:pt x="13089" y="368962"/>
                  </a:lnTo>
                  <a:lnTo>
                    <a:pt x="26270" y="323687"/>
                  </a:lnTo>
                  <a:lnTo>
                    <a:pt x="43825" y="279921"/>
                  </a:lnTo>
                  <a:lnTo>
                    <a:pt x="65586" y="238087"/>
                  </a:lnTo>
                  <a:lnTo>
                    <a:pt x="91342" y="198588"/>
                  </a:lnTo>
                  <a:lnTo>
                    <a:pt x="120846" y="161803"/>
                  </a:lnTo>
                  <a:lnTo>
                    <a:pt x="153813" y="128088"/>
                  </a:lnTo>
                  <a:lnTo>
                    <a:pt x="189926" y="97766"/>
                  </a:lnTo>
                  <a:lnTo>
                    <a:pt x="228838" y="71130"/>
                  </a:lnTo>
                  <a:lnTo>
                    <a:pt x="270173" y="48436"/>
                  </a:lnTo>
                  <a:lnTo>
                    <a:pt x="313533" y="29902"/>
                  </a:lnTo>
                  <a:lnTo>
                    <a:pt x="358501" y="15709"/>
                  </a:lnTo>
                  <a:lnTo>
                    <a:pt x="404643" y="5991"/>
                  </a:lnTo>
                  <a:lnTo>
                    <a:pt x="451517" y="842"/>
                  </a:lnTo>
                  <a:lnTo>
                    <a:pt x="475086" y="0"/>
                  </a:lnTo>
                  <a:lnTo>
                    <a:pt x="498668" y="313"/>
                  </a:lnTo>
                  <a:lnTo>
                    <a:pt x="545645" y="4408"/>
                  </a:lnTo>
                  <a:lnTo>
                    <a:pt x="591995" y="13088"/>
                  </a:lnTo>
                  <a:lnTo>
                    <a:pt x="637270" y="26270"/>
                  </a:lnTo>
                  <a:lnTo>
                    <a:pt x="681035" y="43825"/>
                  </a:lnTo>
                  <a:lnTo>
                    <a:pt x="722869" y="65585"/>
                  </a:lnTo>
                  <a:lnTo>
                    <a:pt x="762368" y="91342"/>
                  </a:lnTo>
                  <a:lnTo>
                    <a:pt x="799153" y="120845"/>
                  </a:lnTo>
                  <a:lnTo>
                    <a:pt x="832868" y="153813"/>
                  </a:lnTo>
                  <a:lnTo>
                    <a:pt x="863190" y="189926"/>
                  </a:lnTo>
                  <a:lnTo>
                    <a:pt x="889827" y="228838"/>
                  </a:lnTo>
                  <a:lnTo>
                    <a:pt x="912521" y="270172"/>
                  </a:lnTo>
                  <a:lnTo>
                    <a:pt x="931054" y="313532"/>
                  </a:lnTo>
                  <a:lnTo>
                    <a:pt x="945248" y="358500"/>
                  </a:lnTo>
                  <a:lnTo>
                    <a:pt x="954965" y="404643"/>
                  </a:lnTo>
                  <a:lnTo>
                    <a:pt x="960114" y="451516"/>
                  </a:lnTo>
                  <a:lnTo>
                    <a:pt x="960957" y="475086"/>
                  </a:lnTo>
                  <a:lnTo>
                    <a:pt x="960643" y="498668"/>
                  </a:lnTo>
                  <a:lnTo>
                    <a:pt x="956548" y="545645"/>
                  </a:lnTo>
                  <a:lnTo>
                    <a:pt x="947868" y="591994"/>
                  </a:lnTo>
                  <a:lnTo>
                    <a:pt x="934687" y="637270"/>
                  </a:lnTo>
                  <a:lnTo>
                    <a:pt x="917132" y="681035"/>
                  </a:lnTo>
                  <a:lnTo>
                    <a:pt x="895371" y="722868"/>
                  </a:lnTo>
                  <a:lnTo>
                    <a:pt x="869615" y="762368"/>
                  </a:lnTo>
                  <a:lnTo>
                    <a:pt x="840111" y="799152"/>
                  </a:lnTo>
                  <a:lnTo>
                    <a:pt x="807143" y="832868"/>
                  </a:lnTo>
                  <a:lnTo>
                    <a:pt x="771030" y="863190"/>
                  </a:lnTo>
                  <a:lnTo>
                    <a:pt x="732119" y="889826"/>
                  </a:lnTo>
                  <a:lnTo>
                    <a:pt x="690784" y="912520"/>
                  </a:lnTo>
                  <a:lnTo>
                    <a:pt x="647424" y="931053"/>
                  </a:lnTo>
                  <a:lnTo>
                    <a:pt x="602456" y="945247"/>
                  </a:lnTo>
                  <a:lnTo>
                    <a:pt x="556313" y="954965"/>
                  </a:lnTo>
                  <a:lnTo>
                    <a:pt x="509440" y="960113"/>
                  </a:lnTo>
                  <a:lnTo>
                    <a:pt x="485870" y="960956"/>
                  </a:lnTo>
                  <a:lnTo>
                    <a:pt x="462288" y="960642"/>
                  </a:lnTo>
                  <a:lnTo>
                    <a:pt x="415311" y="956548"/>
                  </a:lnTo>
                  <a:lnTo>
                    <a:pt x="368962" y="947868"/>
                  </a:lnTo>
                  <a:lnTo>
                    <a:pt x="346163" y="941832"/>
                  </a:lnTo>
                  <a:close/>
                </a:path>
              </a:pathLst>
            </a:custGeom>
            <a:solidFill>
              <a:srgbClr val="035C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/>
          <p:nvPr/>
        </p:nvSpPr>
        <p:spPr>
          <a:xfrm>
            <a:off x="254316" y="300268"/>
            <a:ext cx="103505" cy="1092835"/>
          </a:xfrm>
          <a:custGeom>
            <a:rect b="b" l="l" r="r" t="t"/>
            <a:pathLst>
              <a:path extrusionOk="0" h="1092835" w="103504">
                <a:moveTo>
                  <a:pt x="102966" y="1092413"/>
                </a:moveTo>
                <a:lnTo>
                  <a:pt x="0" y="1092413"/>
                </a:lnTo>
                <a:lnTo>
                  <a:pt x="0" y="0"/>
                </a:lnTo>
                <a:lnTo>
                  <a:pt x="102966" y="0"/>
                </a:lnTo>
                <a:lnTo>
                  <a:pt x="102966" y="1092413"/>
                </a:lnTo>
                <a:close/>
              </a:path>
            </a:pathLst>
          </a:custGeom>
          <a:solidFill>
            <a:srgbClr val="123C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10"/>
          <p:cNvGrpSpPr/>
          <p:nvPr/>
        </p:nvGrpSpPr>
        <p:grpSpPr>
          <a:xfrm>
            <a:off x="4133190" y="1392767"/>
            <a:ext cx="14154870" cy="8894827"/>
            <a:chOff x="4133190" y="1392767"/>
            <a:chExt cx="14154870" cy="8894827"/>
          </a:xfrm>
        </p:grpSpPr>
        <p:sp>
          <p:nvSpPr>
            <p:cNvPr id="82" name="Google Shape;82;p10"/>
            <p:cNvSpPr/>
            <p:nvPr/>
          </p:nvSpPr>
          <p:spPr>
            <a:xfrm>
              <a:off x="14283208" y="9319219"/>
              <a:ext cx="3309620" cy="968375"/>
            </a:xfrm>
            <a:custGeom>
              <a:rect b="b" l="l" r="r" t="t"/>
              <a:pathLst>
                <a:path extrusionOk="0" h="968375" w="3309619">
                  <a:moveTo>
                    <a:pt x="0" y="967780"/>
                  </a:moveTo>
                  <a:lnTo>
                    <a:pt x="42645" y="895424"/>
                  </a:lnTo>
                  <a:lnTo>
                    <a:pt x="67429" y="856597"/>
                  </a:lnTo>
                  <a:lnTo>
                    <a:pt x="93081" y="818496"/>
                  </a:lnTo>
                  <a:lnTo>
                    <a:pt x="119584" y="781131"/>
                  </a:lnTo>
                  <a:lnTo>
                    <a:pt x="146920" y="744511"/>
                  </a:lnTo>
                  <a:lnTo>
                    <a:pt x="175070" y="708645"/>
                  </a:lnTo>
                  <a:lnTo>
                    <a:pt x="204018" y="673544"/>
                  </a:lnTo>
                  <a:lnTo>
                    <a:pt x="233745" y="639216"/>
                  </a:lnTo>
                  <a:lnTo>
                    <a:pt x="264235" y="605672"/>
                  </a:lnTo>
                  <a:lnTo>
                    <a:pt x="295469" y="572921"/>
                  </a:lnTo>
                  <a:lnTo>
                    <a:pt x="327430" y="540973"/>
                  </a:lnTo>
                  <a:lnTo>
                    <a:pt x="360100" y="509838"/>
                  </a:lnTo>
                  <a:lnTo>
                    <a:pt x="393461" y="479524"/>
                  </a:lnTo>
                  <a:lnTo>
                    <a:pt x="427496" y="450042"/>
                  </a:lnTo>
                  <a:lnTo>
                    <a:pt x="462187" y="421401"/>
                  </a:lnTo>
                  <a:lnTo>
                    <a:pt x="497516" y="393612"/>
                  </a:lnTo>
                  <a:lnTo>
                    <a:pt x="533466" y="366682"/>
                  </a:lnTo>
                  <a:lnTo>
                    <a:pt x="570019" y="340623"/>
                  </a:lnTo>
                  <a:lnTo>
                    <a:pt x="607158" y="315443"/>
                  </a:lnTo>
                  <a:lnTo>
                    <a:pt x="644864" y="291153"/>
                  </a:lnTo>
                  <a:lnTo>
                    <a:pt x="683120" y="267762"/>
                  </a:lnTo>
                  <a:lnTo>
                    <a:pt x="721909" y="245279"/>
                  </a:lnTo>
                  <a:lnTo>
                    <a:pt x="761212" y="223715"/>
                  </a:lnTo>
                  <a:lnTo>
                    <a:pt x="801013" y="203078"/>
                  </a:lnTo>
                  <a:lnTo>
                    <a:pt x="841293" y="183379"/>
                  </a:lnTo>
                  <a:lnTo>
                    <a:pt x="882034" y="164626"/>
                  </a:lnTo>
                  <a:lnTo>
                    <a:pt x="923220" y="146831"/>
                  </a:lnTo>
                  <a:lnTo>
                    <a:pt x="964832" y="130002"/>
                  </a:lnTo>
                  <a:lnTo>
                    <a:pt x="1006852" y="114148"/>
                  </a:lnTo>
                  <a:lnTo>
                    <a:pt x="1049264" y="99281"/>
                  </a:lnTo>
                  <a:lnTo>
                    <a:pt x="1092049" y="85408"/>
                  </a:lnTo>
                  <a:lnTo>
                    <a:pt x="1135190" y="72540"/>
                  </a:lnTo>
                  <a:lnTo>
                    <a:pt x="1178669" y="60687"/>
                  </a:lnTo>
                  <a:lnTo>
                    <a:pt x="1222468" y="49857"/>
                  </a:lnTo>
                  <a:lnTo>
                    <a:pt x="1266571" y="40061"/>
                  </a:lnTo>
                  <a:lnTo>
                    <a:pt x="1310958" y="31309"/>
                  </a:lnTo>
                  <a:lnTo>
                    <a:pt x="1355612" y="23609"/>
                  </a:lnTo>
                  <a:lnTo>
                    <a:pt x="1400516" y="16972"/>
                  </a:lnTo>
                  <a:lnTo>
                    <a:pt x="1445653" y="11407"/>
                  </a:lnTo>
                  <a:lnTo>
                    <a:pt x="1491003" y="6923"/>
                  </a:lnTo>
                  <a:lnTo>
                    <a:pt x="1536551" y="3531"/>
                  </a:lnTo>
                  <a:lnTo>
                    <a:pt x="1582277" y="1240"/>
                  </a:lnTo>
                  <a:lnTo>
                    <a:pt x="1628165" y="60"/>
                  </a:lnTo>
                  <a:lnTo>
                    <a:pt x="1674196" y="0"/>
                  </a:lnTo>
                  <a:lnTo>
                    <a:pt x="1720354" y="1069"/>
                  </a:lnTo>
                  <a:lnTo>
                    <a:pt x="1766620" y="3278"/>
                  </a:lnTo>
                  <a:lnTo>
                    <a:pt x="1812977" y="6636"/>
                  </a:lnTo>
                  <a:lnTo>
                    <a:pt x="1859407" y="11153"/>
                  </a:lnTo>
                  <a:lnTo>
                    <a:pt x="1905892" y="16838"/>
                  </a:lnTo>
                  <a:lnTo>
                    <a:pt x="1952415" y="23701"/>
                  </a:lnTo>
                  <a:lnTo>
                    <a:pt x="1998958" y="31751"/>
                  </a:lnTo>
                  <a:lnTo>
                    <a:pt x="2045503" y="40999"/>
                  </a:lnTo>
                  <a:lnTo>
                    <a:pt x="2092033" y="51453"/>
                  </a:lnTo>
                  <a:lnTo>
                    <a:pt x="2138530" y="63124"/>
                  </a:lnTo>
                  <a:lnTo>
                    <a:pt x="2184977" y="76021"/>
                  </a:lnTo>
                  <a:lnTo>
                    <a:pt x="2231153" y="90090"/>
                  </a:lnTo>
                  <a:lnTo>
                    <a:pt x="2276709" y="105219"/>
                  </a:lnTo>
                  <a:lnTo>
                    <a:pt x="2321637" y="121391"/>
                  </a:lnTo>
                  <a:lnTo>
                    <a:pt x="2365926" y="138588"/>
                  </a:lnTo>
                  <a:lnTo>
                    <a:pt x="2409566" y="156793"/>
                  </a:lnTo>
                  <a:lnTo>
                    <a:pt x="2452548" y="175988"/>
                  </a:lnTo>
                  <a:lnTo>
                    <a:pt x="2494863" y="196155"/>
                  </a:lnTo>
                  <a:lnTo>
                    <a:pt x="2536501" y="217278"/>
                  </a:lnTo>
                  <a:lnTo>
                    <a:pt x="2577451" y="239338"/>
                  </a:lnTo>
                  <a:lnTo>
                    <a:pt x="2617705" y="262318"/>
                  </a:lnTo>
                  <a:lnTo>
                    <a:pt x="2657252" y="286200"/>
                  </a:lnTo>
                  <a:lnTo>
                    <a:pt x="2696084" y="310967"/>
                  </a:lnTo>
                  <a:lnTo>
                    <a:pt x="2734190" y="336601"/>
                  </a:lnTo>
                  <a:lnTo>
                    <a:pt x="2771561" y="363084"/>
                  </a:lnTo>
                  <a:lnTo>
                    <a:pt x="2808187" y="390400"/>
                  </a:lnTo>
                  <a:lnTo>
                    <a:pt x="2844059" y="418529"/>
                  </a:lnTo>
                  <a:lnTo>
                    <a:pt x="2879167" y="447456"/>
                  </a:lnTo>
                  <a:lnTo>
                    <a:pt x="2913500" y="477162"/>
                  </a:lnTo>
                  <a:lnTo>
                    <a:pt x="2947051" y="507630"/>
                  </a:lnTo>
                  <a:lnTo>
                    <a:pt x="2979808" y="538842"/>
                  </a:lnTo>
                  <a:lnTo>
                    <a:pt x="3011762" y="570780"/>
                  </a:lnTo>
                  <a:lnTo>
                    <a:pt x="3042905" y="603428"/>
                  </a:lnTo>
                  <a:lnTo>
                    <a:pt x="3073225" y="636766"/>
                  </a:lnTo>
                  <a:lnTo>
                    <a:pt x="3102713" y="670779"/>
                  </a:lnTo>
                  <a:lnTo>
                    <a:pt x="3131360" y="705448"/>
                  </a:lnTo>
                  <a:lnTo>
                    <a:pt x="3159157" y="740756"/>
                  </a:lnTo>
                  <a:lnTo>
                    <a:pt x="3186092" y="776684"/>
                  </a:lnTo>
                  <a:lnTo>
                    <a:pt x="3212158" y="813217"/>
                  </a:lnTo>
                  <a:lnTo>
                    <a:pt x="3237343" y="850335"/>
                  </a:lnTo>
                  <a:lnTo>
                    <a:pt x="3261639" y="888022"/>
                  </a:lnTo>
                  <a:lnTo>
                    <a:pt x="3285036" y="926260"/>
                  </a:lnTo>
                  <a:lnTo>
                    <a:pt x="3309033" y="967780"/>
                  </a:lnTo>
                  <a:lnTo>
                    <a:pt x="0" y="967780"/>
                  </a:lnTo>
                  <a:close/>
                </a:path>
              </a:pathLst>
            </a:custGeom>
            <a:solidFill>
              <a:srgbClr val="123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0"/>
            <p:cNvSpPr/>
            <p:nvPr/>
          </p:nvSpPr>
          <p:spPr>
            <a:xfrm>
              <a:off x="16920905" y="6287321"/>
              <a:ext cx="1367155" cy="3644900"/>
            </a:xfrm>
            <a:custGeom>
              <a:rect b="b" l="l" r="r" t="t"/>
              <a:pathLst>
                <a:path extrusionOk="0" h="3644900" w="1367155">
                  <a:moveTo>
                    <a:pt x="1362881" y="3644328"/>
                  </a:moveTo>
                  <a:lnTo>
                    <a:pt x="1321201" y="3631563"/>
                  </a:lnTo>
                  <a:lnTo>
                    <a:pt x="1275724" y="3616388"/>
                  </a:lnTo>
                  <a:lnTo>
                    <a:pt x="1230872" y="3600170"/>
                  </a:lnTo>
                  <a:lnTo>
                    <a:pt x="1186654" y="3582928"/>
                  </a:lnTo>
                  <a:lnTo>
                    <a:pt x="1142793" y="3564551"/>
                  </a:lnTo>
                  <a:lnTo>
                    <a:pt x="1100160" y="3545442"/>
                  </a:lnTo>
                  <a:lnTo>
                    <a:pt x="1057903" y="3525232"/>
                  </a:lnTo>
                  <a:lnTo>
                    <a:pt x="1016320" y="3504068"/>
                  </a:lnTo>
                  <a:lnTo>
                    <a:pt x="975420" y="3481968"/>
                  </a:lnTo>
                  <a:lnTo>
                    <a:pt x="935212" y="3458948"/>
                  </a:lnTo>
                  <a:lnTo>
                    <a:pt x="895707" y="3435028"/>
                  </a:lnTo>
                  <a:lnTo>
                    <a:pt x="856915" y="3410223"/>
                  </a:lnTo>
                  <a:lnTo>
                    <a:pt x="818844" y="3384552"/>
                  </a:lnTo>
                  <a:lnTo>
                    <a:pt x="781506" y="3358032"/>
                  </a:lnTo>
                  <a:lnTo>
                    <a:pt x="744909" y="3330681"/>
                  </a:lnTo>
                  <a:lnTo>
                    <a:pt x="709063" y="3302516"/>
                  </a:lnTo>
                  <a:lnTo>
                    <a:pt x="673978" y="3273556"/>
                  </a:lnTo>
                  <a:lnTo>
                    <a:pt x="639664" y="3243817"/>
                  </a:lnTo>
                  <a:lnTo>
                    <a:pt x="606131" y="3213316"/>
                  </a:lnTo>
                  <a:lnTo>
                    <a:pt x="573388" y="3182073"/>
                  </a:lnTo>
                  <a:lnTo>
                    <a:pt x="541445" y="3150104"/>
                  </a:lnTo>
                  <a:lnTo>
                    <a:pt x="510312" y="3117426"/>
                  </a:lnTo>
                  <a:lnTo>
                    <a:pt x="479999" y="3084058"/>
                  </a:lnTo>
                  <a:lnTo>
                    <a:pt x="450515" y="3050017"/>
                  </a:lnTo>
                  <a:lnTo>
                    <a:pt x="421870" y="3015321"/>
                  </a:lnTo>
                  <a:lnTo>
                    <a:pt x="394074" y="2979986"/>
                  </a:lnTo>
                  <a:lnTo>
                    <a:pt x="367136" y="2944031"/>
                  </a:lnTo>
                  <a:lnTo>
                    <a:pt x="341067" y="2907473"/>
                  </a:lnTo>
                  <a:lnTo>
                    <a:pt x="315875" y="2870330"/>
                  </a:lnTo>
                  <a:lnTo>
                    <a:pt x="291572" y="2832620"/>
                  </a:lnTo>
                  <a:lnTo>
                    <a:pt x="268166" y="2794359"/>
                  </a:lnTo>
                  <a:lnTo>
                    <a:pt x="245668" y="2755566"/>
                  </a:lnTo>
                  <a:lnTo>
                    <a:pt x="224087" y="2716257"/>
                  </a:lnTo>
                  <a:lnTo>
                    <a:pt x="203432" y="2676452"/>
                  </a:lnTo>
                  <a:lnTo>
                    <a:pt x="183714" y="2636166"/>
                  </a:lnTo>
                  <a:lnTo>
                    <a:pt x="164943" y="2595418"/>
                  </a:lnTo>
                  <a:lnTo>
                    <a:pt x="147127" y="2554226"/>
                  </a:lnTo>
                  <a:lnTo>
                    <a:pt x="130278" y="2512606"/>
                  </a:lnTo>
                  <a:lnTo>
                    <a:pt x="114404" y="2470577"/>
                  </a:lnTo>
                  <a:lnTo>
                    <a:pt x="99515" y="2428156"/>
                  </a:lnTo>
                  <a:lnTo>
                    <a:pt x="85622" y="2385360"/>
                  </a:lnTo>
                  <a:lnTo>
                    <a:pt x="72733" y="2342208"/>
                  </a:lnTo>
                  <a:lnTo>
                    <a:pt x="60859" y="2298716"/>
                  </a:lnTo>
                  <a:lnTo>
                    <a:pt x="50010" y="2254902"/>
                  </a:lnTo>
                  <a:lnTo>
                    <a:pt x="40194" y="2210785"/>
                  </a:lnTo>
                  <a:lnTo>
                    <a:pt x="31423" y="2166380"/>
                  </a:lnTo>
                  <a:lnTo>
                    <a:pt x="23705" y="2121707"/>
                  </a:lnTo>
                  <a:lnTo>
                    <a:pt x="17050" y="2076782"/>
                  </a:lnTo>
                  <a:lnTo>
                    <a:pt x="11469" y="2031623"/>
                  </a:lnTo>
                  <a:lnTo>
                    <a:pt x="6970" y="1986248"/>
                  </a:lnTo>
                  <a:lnTo>
                    <a:pt x="3564" y="1940675"/>
                  </a:lnTo>
                  <a:lnTo>
                    <a:pt x="1261" y="1894920"/>
                  </a:lnTo>
                  <a:lnTo>
                    <a:pt x="69" y="1849001"/>
                  </a:lnTo>
                  <a:lnTo>
                    <a:pt x="0" y="1802936"/>
                  </a:lnTo>
                  <a:lnTo>
                    <a:pt x="1062" y="1756743"/>
                  </a:lnTo>
                  <a:lnTo>
                    <a:pt x="3265" y="1710439"/>
                  </a:lnTo>
                  <a:lnTo>
                    <a:pt x="6620" y="1664041"/>
                  </a:lnTo>
                  <a:lnTo>
                    <a:pt x="11135" y="1617568"/>
                  </a:lnTo>
                  <a:lnTo>
                    <a:pt x="16821" y="1571037"/>
                  </a:lnTo>
                  <a:lnTo>
                    <a:pt x="23688" y="1524465"/>
                  </a:lnTo>
                  <a:lnTo>
                    <a:pt x="31744" y="1477869"/>
                  </a:lnTo>
                  <a:lnTo>
                    <a:pt x="41001" y="1431269"/>
                  </a:lnTo>
                  <a:lnTo>
                    <a:pt x="51467" y="1384680"/>
                  </a:lnTo>
                  <a:lnTo>
                    <a:pt x="63153" y="1338121"/>
                  </a:lnTo>
                  <a:lnTo>
                    <a:pt x="76068" y="1291609"/>
                  </a:lnTo>
                  <a:lnTo>
                    <a:pt x="90137" y="1245433"/>
                  </a:lnTo>
                  <a:lnTo>
                    <a:pt x="105269" y="1199877"/>
                  </a:lnTo>
                  <a:lnTo>
                    <a:pt x="121446" y="1154951"/>
                  </a:lnTo>
                  <a:lnTo>
                    <a:pt x="138650" y="1110665"/>
                  </a:lnTo>
                  <a:lnTo>
                    <a:pt x="156863" y="1067027"/>
                  </a:lnTo>
                  <a:lnTo>
                    <a:pt x="176068" y="1024047"/>
                  </a:lnTo>
                  <a:lnTo>
                    <a:pt x="196247" y="981736"/>
                  </a:lnTo>
                  <a:lnTo>
                    <a:pt x="217382" y="940102"/>
                  </a:lnTo>
                  <a:lnTo>
                    <a:pt x="239457" y="899156"/>
                  </a:lnTo>
                  <a:lnTo>
                    <a:pt x="262452" y="858906"/>
                  </a:lnTo>
                  <a:lnTo>
                    <a:pt x="286350" y="819363"/>
                  </a:lnTo>
                  <a:lnTo>
                    <a:pt x="311135" y="780537"/>
                  </a:lnTo>
                  <a:lnTo>
                    <a:pt x="336787" y="742436"/>
                  </a:lnTo>
                  <a:lnTo>
                    <a:pt x="363290" y="705071"/>
                  </a:lnTo>
                  <a:lnTo>
                    <a:pt x="390625" y="668450"/>
                  </a:lnTo>
                  <a:lnTo>
                    <a:pt x="418775" y="632585"/>
                  </a:lnTo>
                  <a:lnTo>
                    <a:pt x="447723" y="597483"/>
                  </a:lnTo>
                  <a:lnTo>
                    <a:pt x="477451" y="563156"/>
                  </a:lnTo>
                  <a:lnTo>
                    <a:pt x="507941" y="529612"/>
                  </a:lnTo>
                  <a:lnTo>
                    <a:pt x="539175" y="496861"/>
                  </a:lnTo>
                  <a:lnTo>
                    <a:pt x="571135" y="464913"/>
                  </a:lnTo>
                  <a:lnTo>
                    <a:pt x="603805" y="433777"/>
                  </a:lnTo>
                  <a:lnTo>
                    <a:pt x="637166" y="403464"/>
                  </a:lnTo>
                  <a:lnTo>
                    <a:pt x="671201" y="373982"/>
                  </a:lnTo>
                  <a:lnTo>
                    <a:pt x="705892" y="345341"/>
                  </a:lnTo>
                  <a:lnTo>
                    <a:pt x="741222" y="317551"/>
                  </a:lnTo>
                  <a:lnTo>
                    <a:pt x="777172" y="290622"/>
                  </a:lnTo>
                  <a:lnTo>
                    <a:pt x="813725" y="264562"/>
                  </a:lnTo>
                  <a:lnTo>
                    <a:pt x="850863" y="239383"/>
                  </a:lnTo>
                  <a:lnTo>
                    <a:pt x="888569" y="215093"/>
                  </a:lnTo>
                  <a:lnTo>
                    <a:pt x="926826" y="191701"/>
                  </a:lnTo>
                  <a:lnTo>
                    <a:pt x="965614" y="169219"/>
                  </a:lnTo>
                  <a:lnTo>
                    <a:pt x="1004918" y="147654"/>
                  </a:lnTo>
                  <a:lnTo>
                    <a:pt x="1044718" y="127017"/>
                  </a:lnTo>
                  <a:lnTo>
                    <a:pt x="1084998" y="107318"/>
                  </a:lnTo>
                  <a:lnTo>
                    <a:pt x="1125740" y="88566"/>
                  </a:lnTo>
                  <a:lnTo>
                    <a:pt x="1166925" y="70770"/>
                  </a:lnTo>
                  <a:lnTo>
                    <a:pt x="1208537" y="53941"/>
                  </a:lnTo>
                  <a:lnTo>
                    <a:pt x="1250558" y="38088"/>
                  </a:lnTo>
                  <a:lnTo>
                    <a:pt x="1292970" y="23220"/>
                  </a:lnTo>
                  <a:lnTo>
                    <a:pt x="1335755" y="9347"/>
                  </a:lnTo>
                  <a:lnTo>
                    <a:pt x="1367095" y="0"/>
                  </a:lnTo>
                  <a:lnTo>
                    <a:pt x="1367095" y="3629853"/>
                  </a:lnTo>
                  <a:lnTo>
                    <a:pt x="1362881" y="3644328"/>
                  </a:lnTo>
                  <a:close/>
                </a:path>
              </a:pathLst>
            </a:custGeom>
            <a:solidFill>
              <a:srgbClr val="0F67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0"/>
            <p:cNvSpPr/>
            <p:nvPr/>
          </p:nvSpPr>
          <p:spPr>
            <a:xfrm>
              <a:off x="15606884" y="6833634"/>
              <a:ext cx="961390" cy="961390"/>
            </a:xfrm>
            <a:custGeom>
              <a:rect b="b" l="l" r="r" t="t"/>
              <a:pathLst>
                <a:path extrusionOk="0" h="961390" w="961390">
                  <a:moveTo>
                    <a:pt x="346163" y="941832"/>
                  </a:moveTo>
                  <a:lnTo>
                    <a:pt x="301589" y="926446"/>
                  </a:lnTo>
                  <a:lnTo>
                    <a:pt x="258737" y="906764"/>
                  </a:lnTo>
                  <a:lnTo>
                    <a:pt x="218022" y="882977"/>
                  </a:lnTo>
                  <a:lnTo>
                    <a:pt x="179834" y="855313"/>
                  </a:lnTo>
                  <a:lnTo>
                    <a:pt x="144541" y="824040"/>
                  </a:lnTo>
                  <a:lnTo>
                    <a:pt x="112484" y="789458"/>
                  </a:lnTo>
                  <a:lnTo>
                    <a:pt x="83971" y="751901"/>
                  </a:lnTo>
                  <a:lnTo>
                    <a:pt x="59276" y="711729"/>
                  </a:lnTo>
                  <a:lnTo>
                    <a:pt x="38637" y="669331"/>
                  </a:lnTo>
                  <a:lnTo>
                    <a:pt x="22254" y="625113"/>
                  </a:lnTo>
                  <a:lnTo>
                    <a:pt x="10284" y="579503"/>
                  </a:lnTo>
                  <a:lnTo>
                    <a:pt x="2842" y="532939"/>
                  </a:lnTo>
                  <a:lnTo>
                    <a:pt x="0" y="485870"/>
                  </a:lnTo>
                  <a:lnTo>
                    <a:pt x="313" y="462287"/>
                  </a:lnTo>
                  <a:lnTo>
                    <a:pt x="4409" y="415311"/>
                  </a:lnTo>
                  <a:lnTo>
                    <a:pt x="13089" y="368962"/>
                  </a:lnTo>
                  <a:lnTo>
                    <a:pt x="26270" y="323687"/>
                  </a:lnTo>
                  <a:lnTo>
                    <a:pt x="43825" y="279921"/>
                  </a:lnTo>
                  <a:lnTo>
                    <a:pt x="65586" y="238087"/>
                  </a:lnTo>
                  <a:lnTo>
                    <a:pt x="91342" y="198588"/>
                  </a:lnTo>
                  <a:lnTo>
                    <a:pt x="120846" y="161803"/>
                  </a:lnTo>
                  <a:lnTo>
                    <a:pt x="153813" y="128088"/>
                  </a:lnTo>
                  <a:lnTo>
                    <a:pt x="189926" y="97766"/>
                  </a:lnTo>
                  <a:lnTo>
                    <a:pt x="228838" y="71130"/>
                  </a:lnTo>
                  <a:lnTo>
                    <a:pt x="270173" y="48436"/>
                  </a:lnTo>
                  <a:lnTo>
                    <a:pt x="313533" y="29902"/>
                  </a:lnTo>
                  <a:lnTo>
                    <a:pt x="358501" y="15709"/>
                  </a:lnTo>
                  <a:lnTo>
                    <a:pt x="404643" y="5991"/>
                  </a:lnTo>
                  <a:lnTo>
                    <a:pt x="451517" y="842"/>
                  </a:lnTo>
                  <a:lnTo>
                    <a:pt x="475086" y="0"/>
                  </a:lnTo>
                  <a:lnTo>
                    <a:pt x="498668" y="313"/>
                  </a:lnTo>
                  <a:lnTo>
                    <a:pt x="545645" y="4408"/>
                  </a:lnTo>
                  <a:lnTo>
                    <a:pt x="591995" y="13088"/>
                  </a:lnTo>
                  <a:lnTo>
                    <a:pt x="637270" y="26270"/>
                  </a:lnTo>
                  <a:lnTo>
                    <a:pt x="681035" y="43825"/>
                  </a:lnTo>
                  <a:lnTo>
                    <a:pt x="722869" y="65585"/>
                  </a:lnTo>
                  <a:lnTo>
                    <a:pt x="762368" y="91342"/>
                  </a:lnTo>
                  <a:lnTo>
                    <a:pt x="799153" y="120845"/>
                  </a:lnTo>
                  <a:lnTo>
                    <a:pt x="832868" y="153813"/>
                  </a:lnTo>
                  <a:lnTo>
                    <a:pt x="863190" y="189926"/>
                  </a:lnTo>
                  <a:lnTo>
                    <a:pt x="889827" y="228838"/>
                  </a:lnTo>
                  <a:lnTo>
                    <a:pt x="912521" y="270172"/>
                  </a:lnTo>
                  <a:lnTo>
                    <a:pt x="931054" y="313532"/>
                  </a:lnTo>
                  <a:lnTo>
                    <a:pt x="945248" y="358500"/>
                  </a:lnTo>
                  <a:lnTo>
                    <a:pt x="954965" y="404643"/>
                  </a:lnTo>
                  <a:lnTo>
                    <a:pt x="960114" y="451516"/>
                  </a:lnTo>
                  <a:lnTo>
                    <a:pt x="960957" y="475086"/>
                  </a:lnTo>
                  <a:lnTo>
                    <a:pt x="960643" y="498668"/>
                  </a:lnTo>
                  <a:lnTo>
                    <a:pt x="956548" y="545645"/>
                  </a:lnTo>
                  <a:lnTo>
                    <a:pt x="947868" y="591994"/>
                  </a:lnTo>
                  <a:lnTo>
                    <a:pt x="934687" y="637270"/>
                  </a:lnTo>
                  <a:lnTo>
                    <a:pt x="917132" y="681035"/>
                  </a:lnTo>
                  <a:lnTo>
                    <a:pt x="895371" y="722868"/>
                  </a:lnTo>
                  <a:lnTo>
                    <a:pt x="869615" y="762368"/>
                  </a:lnTo>
                  <a:lnTo>
                    <a:pt x="840111" y="799152"/>
                  </a:lnTo>
                  <a:lnTo>
                    <a:pt x="807143" y="832868"/>
                  </a:lnTo>
                  <a:lnTo>
                    <a:pt x="771030" y="863190"/>
                  </a:lnTo>
                  <a:lnTo>
                    <a:pt x="732119" y="889826"/>
                  </a:lnTo>
                  <a:lnTo>
                    <a:pt x="690784" y="912520"/>
                  </a:lnTo>
                  <a:lnTo>
                    <a:pt x="647424" y="931053"/>
                  </a:lnTo>
                  <a:lnTo>
                    <a:pt x="602456" y="945247"/>
                  </a:lnTo>
                  <a:lnTo>
                    <a:pt x="556313" y="954965"/>
                  </a:lnTo>
                  <a:lnTo>
                    <a:pt x="509440" y="960113"/>
                  </a:lnTo>
                  <a:lnTo>
                    <a:pt x="485870" y="960956"/>
                  </a:lnTo>
                  <a:lnTo>
                    <a:pt x="462288" y="960642"/>
                  </a:lnTo>
                  <a:lnTo>
                    <a:pt x="415311" y="956548"/>
                  </a:lnTo>
                  <a:lnTo>
                    <a:pt x="368962" y="947868"/>
                  </a:lnTo>
                  <a:lnTo>
                    <a:pt x="346163" y="941832"/>
                  </a:lnTo>
                  <a:close/>
                </a:path>
              </a:pathLst>
            </a:custGeom>
            <a:solidFill>
              <a:srgbClr val="035C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5" name="Google Shape;85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33190" y="1392767"/>
              <a:ext cx="10753724" cy="83153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10"/>
          <p:cNvSpPr txBox="1"/>
          <p:nvPr>
            <p:ph type="title"/>
          </p:nvPr>
        </p:nvSpPr>
        <p:spPr>
          <a:xfrm>
            <a:off x="575074" y="253486"/>
            <a:ext cx="17137851" cy="1122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025">
            <a:spAutoFit/>
          </a:bodyPr>
          <a:lstStyle/>
          <a:p>
            <a:pPr indent="0" lvl="0" marL="10731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>
            <p:ph type="title"/>
          </p:nvPr>
        </p:nvSpPr>
        <p:spPr>
          <a:xfrm>
            <a:off x="575074" y="253486"/>
            <a:ext cx="17137851" cy="1122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 Stack</a:t>
            </a:r>
            <a:endParaRPr/>
          </a:p>
        </p:txBody>
      </p:sp>
      <p:sp>
        <p:nvSpPr>
          <p:cNvPr id="92" name="Google Shape;92;p11"/>
          <p:cNvSpPr txBox="1"/>
          <p:nvPr/>
        </p:nvSpPr>
        <p:spPr>
          <a:xfrm>
            <a:off x="878238" y="2692858"/>
            <a:ext cx="12447300" cy="55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Frontend: HTML, CSS, EJS (Embedded JavaScript Templates)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Backend (UI): Node.js with Express.js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marR="138874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Core Server: Python (Socket Programming, Multithreading) 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marR="138874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Database: SQLite (for Authentication)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File Handling: Multer (for uploads) &amp; TCP Sockets (for file transfer)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93" name="Google Shape;93;p11"/>
          <p:cNvGrpSpPr/>
          <p:nvPr/>
        </p:nvGrpSpPr>
        <p:grpSpPr>
          <a:xfrm>
            <a:off x="14283208" y="6287321"/>
            <a:ext cx="4004853" cy="4000273"/>
            <a:chOff x="14283208" y="6287321"/>
            <a:chExt cx="4004853" cy="4000273"/>
          </a:xfrm>
        </p:grpSpPr>
        <p:sp>
          <p:nvSpPr>
            <p:cNvPr id="94" name="Google Shape;94;p11"/>
            <p:cNvSpPr/>
            <p:nvPr/>
          </p:nvSpPr>
          <p:spPr>
            <a:xfrm>
              <a:off x="14283208" y="9319219"/>
              <a:ext cx="3309620" cy="968375"/>
            </a:xfrm>
            <a:custGeom>
              <a:rect b="b" l="l" r="r" t="t"/>
              <a:pathLst>
                <a:path extrusionOk="0" h="968375" w="3309619">
                  <a:moveTo>
                    <a:pt x="0" y="967780"/>
                  </a:moveTo>
                  <a:lnTo>
                    <a:pt x="42645" y="895424"/>
                  </a:lnTo>
                  <a:lnTo>
                    <a:pt x="67429" y="856597"/>
                  </a:lnTo>
                  <a:lnTo>
                    <a:pt x="93081" y="818496"/>
                  </a:lnTo>
                  <a:lnTo>
                    <a:pt x="119584" y="781131"/>
                  </a:lnTo>
                  <a:lnTo>
                    <a:pt x="146920" y="744511"/>
                  </a:lnTo>
                  <a:lnTo>
                    <a:pt x="175070" y="708645"/>
                  </a:lnTo>
                  <a:lnTo>
                    <a:pt x="204018" y="673544"/>
                  </a:lnTo>
                  <a:lnTo>
                    <a:pt x="233745" y="639216"/>
                  </a:lnTo>
                  <a:lnTo>
                    <a:pt x="264235" y="605672"/>
                  </a:lnTo>
                  <a:lnTo>
                    <a:pt x="295469" y="572921"/>
                  </a:lnTo>
                  <a:lnTo>
                    <a:pt x="327430" y="540973"/>
                  </a:lnTo>
                  <a:lnTo>
                    <a:pt x="360100" y="509838"/>
                  </a:lnTo>
                  <a:lnTo>
                    <a:pt x="393461" y="479524"/>
                  </a:lnTo>
                  <a:lnTo>
                    <a:pt x="427496" y="450042"/>
                  </a:lnTo>
                  <a:lnTo>
                    <a:pt x="462187" y="421401"/>
                  </a:lnTo>
                  <a:lnTo>
                    <a:pt x="497516" y="393612"/>
                  </a:lnTo>
                  <a:lnTo>
                    <a:pt x="533466" y="366682"/>
                  </a:lnTo>
                  <a:lnTo>
                    <a:pt x="570019" y="340623"/>
                  </a:lnTo>
                  <a:lnTo>
                    <a:pt x="607158" y="315443"/>
                  </a:lnTo>
                  <a:lnTo>
                    <a:pt x="644864" y="291153"/>
                  </a:lnTo>
                  <a:lnTo>
                    <a:pt x="683120" y="267762"/>
                  </a:lnTo>
                  <a:lnTo>
                    <a:pt x="721909" y="245279"/>
                  </a:lnTo>
                  <a:lnTo>
                    <a:pt x="761212" y="223715"/>
                  </a:lnTo>
                  <a:lnTo>
                    <a:pt x="801013" y="203078"/>
                  </a:lnTo>
                  <a:lnTo>
                    <a:pt x="841293" y="183379"/>
                  </a:lnTo>
                  <a:lnTo>
                    <a:pt x="882034" y="164626"/>
                  </a:lnTo>
                  <a:lnTo>
                    <a:pt x="923220" y="146831"/>
                  </a:lnTo>
                  <a:lnTo>
                    <a:pt x="964832" y="130002"/>
                  </a:lnTo>
                  <a:lnTo>
                    <a:pt x="1006852" y="114148"/>
                  </a:lnTo>
                  <a:lnTo>
                    <a:pt x="1049264" y="99281"/>
                  </a:lnTo>
                  <a:lnTo>
                    <a:pt x="1092049" y="85408"/>
                  </a:lnTo>
                  <a:lnTo>
                    <a:pt x="1135190" y="72540"/>
                  </a:lnTo>
                  <a:lnTo>
                    <a:pt x="1178669" y="60687"/>
                  </a:lnTo>
                  <a:lnTo>
                    <a:pt x="1222468" y="49857"/>
                  </a:lnTo>
                  <a:lnTo>
                    <a:pt x="1266571" y="40061"/>
                  </a:lnTo>
                  <a:lnTo>
                    <a:pt x="1310958" y="31309"/>
                  </a:lnTo>
                  <a:lnTo>
                    <a:pt x="1355612" y="23609"/>
                  </a:lnTo>
                  <a:lnTo>
                    <a:pt x="1400516" y="16972"/>
                  </a:lnTo>
                  <a:lnTo>
                    <a:pt x="1445653" y="11407"/>
                  </a:lnTo>
                  <a:lnTo>
                    <a:pt x="1491003" y="6923"/>
                  </a:lnTo>
                  <a:lnTo>
                    <a:pt x="1536551" y="3531"/>
                  </a:lnTo>
                  <a:lnTo>
                    <a:pt x="1582277" y="1240"/>
                  </a:lnTo>
                  <a:lnTo>
                    <a:pt x="1628165" y="60"/>
                  </a:lnTo>
                  <a:lnTo>
                    <a:pt x="1674196" y="0"/>
                  </a:lnTo>
                  <a:lnTo>
                    <a:pt x="1720354" y="1069"/>
                  </a:lnTo>
                  <a:lnTo>
                    <a:pt x="1766620" y="3278"/>
                  </a:lnTo>
                  <a:lnTo>
                    <a:pt x="1812977" y="6636"/>
                  </a:lnTo>
                  <a:lnTo>
                    <a:pt x="1859407" y="11153"/>
                  </a:lnTo>
                  <a:lnTo>
                    <a:pt x="1905892" y="16838"/>
                  </a:lnTo>
                  <a:lnTo>
                    <a:pt x="1952415" y="23701"/>
                  </a:lnTo>
                  <a:lnTo>
                    <a:pt x="1998958" y="31751"/>
                  </a:lnTo>
                  <a:lnTo>
                    <a:pt x="2045503" y="40999"/>
                  </a:lnTo>
                  <a:lnTo>
                    <a:pt x="2092033" y="51453"/>
                  </a:lnTo>
                  <a:lnTo>
                    <a:pt x="2138530" y="63124"/>
                  </a:lnTo>
                  <a:lnTo>
                    <a:pt x="2184977" y="76021"/>
                  </a:lnTo>
                  <a:lnTo>
                    <a:pt x="2231153" y="90090"/>
                  </a:lnTo>
                  <a:lnTo>
                    <a:pt x="2276709" y="105219"/>
                  </a:lnTo>
                  <a:lnTo>
                    <a:pt x="2321637" y="121391"/>
                  </a:lnTo>
                  <a:lnTo>
                    <a:pt x="2365926" y="138588"/>
                  </a:lnTo>
                  <a:lnTo>
                    <a:pt x="2409566" y="156793"/>
                  </a:lnTo>
                  <a:lnTo>
                    <a:pt x="2452548" y="175988"/>
                  </a:lnTo>
                  <a:lnTo>
                    <a:pt x="2494863" y="196155"/>
                  </a:lnTo>
                  <a:lnTo>
                    <a:pt x="2536501" y="217278"/>
                  </a:lnTo>
                  <a:lnTo>
                    <a:pt x="2577451" y="239338"/>
                  </a:lnTo>
                  <a:lnTo>
                    <a:pt x="2617705" y="262318"/>
                  </a:lnTo>
                  <a:lnTo>
                    <a:pt x="2657252" y="286200"/>
                  </a:lnTo>
                  <a:lnTo>
                    <a:pt x="2696084" y="310967"/>
                  </a:lnTo>
                  <a:lnTo>
                    <a:pt x="2734190" y="336601"/>
                  </a:lnTo>
                  <a:lnTo>
                    <a:pt x="2771561" y="363084"/>
                  </a:lnTo>
                  <a:lnTo>
                    <a:pt x="2808187" y="390400"/>
                  </a:lnTo>
                  <a:lnTo>
                    <a:pt x="2844059" y="418529"/>
                  </a:lnTo>
                  <a:lnTo>
                    <a:pt x="2879167" y="447456"/>
                  </a:lnTo>
                  <a:lnTo>
                    <a:pt x="2913500" y="477162"/>
                  </a:lnTo>
                  <a:lnTo>
                    <a:pt x="2947051" y="507630"/>
                  </a:lnTo>
                  <a:lnTo>
                    <a:pt x="2979808" y="538842"/>
                  </a:lnTo>
                  <a:lnTo>
                    <a:pt x="3011762" y="570780"/>
                  </a:lnTo>
                  <a:lnTo>
                    <a:pt x="3042905" y="603428"/>
                  </a:lnTo>
                  <a:lnTo>
                    <a:pt x="3073225" y="636766"/>
                  </a:lnTo>
                  <a:lnTo>
                    <a:pt x="3102713" y="670779"/>
                  </a:lnTo>
                  <a:lnTo>
                    <a:pt x="3131360" y="705448"/>
                  </a:lnTo>
                  <a:lnTo>
                    <a:pt x="3159157" y="740756"/>
                  </a:lnTo>
                  <a:lnTo>
                    <a:pt x="3186092" y="776684"/>
                  </a:lnTo>
                  <a:lnTo>
                    <a:pt x="3212158" y="813217"/>
                  </a:lnTo>
                  <a:lnTo>
                    <a:pt x="3237343" y="850335"/>
                  </a:lnTo>
                  <a:lnTo>
                    <a:pt x="3261639" y="888022"/>
                  </a:lnTo>
                  <a:lnTo>
                    <a:pt x="3285036" y="926260"/>
                  </a:lnTo>
                  <a:lnTo>
                    <a:pt x="3309033" y="967780"/>
                  </a:lnTo>
                  <a:lnTo>
                    <a:pt x="0" y="967780"/>
                  </a:lnTo>
                  <a:close/>
                </a:path>
              </a:pathLst>
            </a:custGeom>
            <a:solidFill>
              <a:srgbClr val="123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16920906" y="6287321"/>
              <a:ext cx="1367155" cy="3644900"/>
            </a:xfrm>
            <a:custGeom>
              <a:rect b="b" l="l" r="r" t="t"/>
              <a:pathLst>
                <a:path extrusionOk="0" h="3644900" w="1367155">
                  <a:moveTo>
                    <a:pt x="1362881" y="3644328"/>
                  </a:moveTo>
                  <a:lnTo>
                    <a:pt x="1321201" y="3631563"/>
                  </a:lnTo>
                  <a:lnTo>
                    <a:pt x="1275724" y="3616388"/>
                  </a:lnTo>
                  <a:lnTo>
                    <a:pt x="1230872" y="3600170"/>
                  </a:lnTo>
                  <a:lnTo>
                    <a:pt x="1186654" y="3582928"/>
                  </a:lnTo>
                  <a:lnTo>
                    <a:pt x="1142793" y="3564551"/>
                  </a:lnTo>
                  <a:lnTo>
                    <a:pt x="1100160" y="3545442"/>
                  </a:lnTo>
                  <a:lnTo>
                    <a:pt x="1057903" y="3525232"/>
                  </a:lnTo>
                  <a:lnTo>
                    <a:pt x="1016320" y="3504068"/>
                  </a:lnTo>
                  <a:lnTo>
                    <a:pt x="975420" y="3481968"/>
                  </a:lnTo>
                  <a:lnTo>
                    <a:pt x="935212" y="3458948"/>
                  </a:lnTo>
                  <a:lnTo>
                    <a:pt x="895707" y="3435028"/>
                  </a:lnTo>
                  <a:lnTo>
                    <a:pt x="856915" y="3410223"/>
                  </a:lnTo>
                  <a:lnTo>
                    <a:pt x="818844" y="3384552"/>
                  </a:lnTo>
                  <a:lnTo>
                    <a:pt x="781506" y="3358032"/>
                  </a:lnTo>
                  <a:lnTo>
                    <a:pt x="744909" y="3330681"/>
                  </a:lnTo>
                  <a:lnTo>
                    <a:pt x="709063" y="3302516"/>
                  </a:lnTo>
                  <a:lnTo>
                    <a:pt x="673978" y="3273556"/>
                  </a:lnTo>
                  <a:lnTo>
                    <a:pt x="639664" y="3243817"/>
                  </a:lnTo>
                  <a:lnTo>
                    <a:pt x="606131" y="3213316"/>
                  </a:lnTo>
                  <a:lnTo>
                    <a:pt x="573388" y="3182073"/>
                  </a:lnTo>
                  <a:lnTo>
                    <a:pt x="541445" y="3150104"/>
                  </a:lnTo>
                  <a:lnTo>
                    <a:pt x="510312" y="3117426"/>
                  </a:lnTo>
                  <a:lnTo>
                    <a:pt x="479999" y="3084058"/>
                  </a:lnTo>
                  <a:lnTo>
                    <a:pt x="450515" y="3050017"/>
                  </a:lnTo>
                  <a:lnTo>
                    <a:pt x="421870" y="3015321"/>
                  </a:lnTo>
                  <a:lnTo>
                    <a:pt x="394074" y="2979986"/>
                  </a:lnTo>
                  <a:lnTo>
                    <a:pt x="367136" y="2944031"/>
                  </a:lnTo>
                  <a:lnTo>
                    <a:pt x="341067" y="2907473"/>
                  </a:lnTo>
                  <a:lnTo>
                    <a:pt x="315875" y="2870330"/>
                  </a:lnTo>
                  <a:lnTo>
                    <a:pt x="291572" y="2832620"/>
                  </a:lnTo>
                  <a:lnTo>
                    <a:pt x="268166" y="2794359"/>
                  </a:lnTo>
                  <a:lnTo>
                    <a:pt x="245668" y="2755566"/>
                  </a:lnTo>
                  <a:lnTo>
                    <a:pt x="224087" y="2716257"/>
                  </a:lnTo>
                  <a:lnTo>
                    <a:pt x="203432" y="2676452"/>
                  </a:lnTo>
                  <a:lnTo>
                    <a:pt x="183714" y="2636166"/>
                  </a:lnTo>
                  <a:lnTo>
                    <a:pt x="164943" y="2595418"/>
                  </a:lnTo>
                  <a:lnTo>
                    <a:pt x="147127" y="2554226"/>
                  </a:lnTo>
                  <a:lnTo>
                    <a:pt x="130278" y="2512606"/>
                  </a:lnTo>
                  <a:lnTo>
                    <a:pt x="114404" y="2470577"/>
                  </a:lnTo>
                  <a:lnTo>
                    <a:pt x="99515" y="2428156"/>
                  </a:lnTo>
                  <a:lnTo>
                    <a:pt x="85622" y="2385360"/>
                  </a:lnTo>
                  <a:lnTo>
                    <a:pt x="72733" y="2342208"/>
                  </a:lnTo>
                  <a:lnTo>
                    <a:pt x="60859" y="2298716"/>
                  </a:lnTo>
                  <a:lnTo>
                    <a:pt x="50010" y="2254902"/>
                  </a:lnTo>
                  <a:lnTo>
                    <a:pt x="40194" y="2210785"/>
                  </a:lnTo>
                  <a:lnTo>
                    <a:pt x="31423" y="2166380"/>
                  </a:lnTo>
                  <a:lnTo>
                    <a:pt x="23705" y="2121707"/>
                  </a:lnTo>
                  <a:lnTo>
                    <a:pt x="17050" y="2076782"/>
                  </a:lnTo>
                  <a:lnTo>
                    <a:pt x="11469" y="2031623"/>
                  </a:lnTo>
                  <a:lnTo>
                    <a:pt x="6970" y="1986248"/>
                  </a:lnTo>
                  <a:lnTo>
                    <a:pt x="3564" y="1940675"/>
                  </a:lnTo>
                  <a:lnTo>
                    <a:pt x="1261" y="1894920"/>
                  </a:lnTo>
                  <a:lnTo>
                    <a:pt x="69" y="1849001"/>
                  </a:lnTo>
                  <a:lnTo>
                    <a:pt x="0" y="1802936"/>
                  </a:lnTo>
                  <a:lnTo>
                    <a:pt x="1062" y="1756743"/>
                  </a:lnTo>
                  <a:lnTo>
                    <a:pt x="3265" y="1710439"/>
                  </a:lnTo>
                  <a:lnTo>
                    <a:pt x="6620" y="1664041"/>
                  </a:lnTo>
                  <a:lnTo>
                    <a:pt x="11135" y="1617568"/>
                  </a:lnTo>
                  <a:lnTo>
                    <a:pt x="16821" y="1571037"/>
                  </a:lnTo>
                  <a:lnTo>
                    <a:pt x="23688" y="1524465"/>
                  </a:lnTo>
                  <a:lnTo>
                    <a:pt x="31744" y="1477869"/>
                  </a:lnTo>
                  <a:lnTo>
                    <a:pt x="41001" y="1431269"/>
                  </a:lnTo>
                  <a:lnTo>
                    <a:pt x="51467" y="1384680"/>
                  </a:lnTo>
                  <a:lnTo>
                    <a:pt x="63153" y="1338121"/>
                  </a:lnTo>
                  <a:lnTo>
                    <a:pt x="76068" y="1291609"/>
                  </a:lnTo>
                  <a:lnTo>
                    <a:pt x="90137" y="1245433"/>
                  </a:lnTo>
                  <a:lnTo>
                    <a:pt x="105269" y="1199877"/>
                  </a:lnTo>
                  <a:lnTo>
                    <a:pt x="121446" y="1154951"/>
                  </a:lnTo>
                  <a:lnTo>
                    <a:pt x="138650" y="1110665"/>
                  </a:lnTo>
                  <a:lnTo>
                    <a:pt x="156863" y="1067027"/>
                  </a:lnTo>
                  <a:lnTo>
                    <a:pt x="176068" y="1024047"/>
                  </a:lnTo>
                  <a:lnTo>
                    <a:pt x="196247" y="981736"/>
                  </a:lnTo>
                  <a:lnTo>
                    <a:pt x="217382" y="940102"/>
                  </a:lnTo>
                  <a:lnTo>
                    <a:pt x="239457" y="899156"/>
                  </a:lnTo>
                  <a:lnTo>
                    <a:pt x="262452" y="858906"/>
                  </a:lnTo>
                  <a:lnTo>
                    <a:pt x="286350" y="819363"/>
                  </a:lnTo>
                  <a:lnTo>
                    <a:pt x="311135" y="780537"/>
                  </a:lnTo>
                  <a:lnTo>
                    <a:pt x="336787" y="742436"/>
                  </a:lnTo>
                  <a:lnTo>
                    <a:pt x="363290" y="705071"/>
                  </a:lnTo>
                  <a:lnTo>
                    <a:pt x="390625" y="668450"/>
                  </a:lnTo>
                  <a:lnTo>
                    <a:pt x="418775" y="632585"/>
                  </a:lnTo>
                  <a:lnTo>
                    <a:pt x="447723" y="597483"/>
                  </a:lnTo>
                  <a:lnTo>
                    <a:pt x="477451" y="563156"/>
                  </a:lnTo>
                  <a:lnTo>
                    <a:pt x="507941" y="529612"/>
                  </a:lnTo>
                  <a:lnTo>
                    <a:pt x="539175" y="496861"/>
                  </a:lnTo>
                  <a:lnTo>
                    <a:pt x="571135" y="464913"/>
                  </a:lnTo>
                  <a:lnTo>
                    <a:pt x="603805" y="433777"/>
                  </a:lnTo>
                  <a:lnTo>
                    <a:pt x="637166" y="403464"/>
                  </a:lnTo>
                  <a:lnTo>
                    <a:pt x="671201" y="373982"/>
                  </a:lnTo>
                  <a:lnTo>
                    <a:pt x="705892" y="345341"/>
                  </a:lnTo>
                  <a:lnTo>
                    <a:pt x="741222" y="317551"/>
                  </a:lnTo>
                  <a:lnTo>
                    <a:pt x="777172" y="290622"/>
                  </a:lnTo>
                  <a:lnTo>
                    <a:pt x="813725" y="264562"/>
                  </a:lnTo>
                  <a:lnTo>
                    <a:pt x="850863" y="239383"/>
                  </a:lnTo>
                  <a:lnTo>
                    <a:pt x="888569" y="215093"/>
                  </a:lnTo>
                  <a:lnTo>
                    <a:pt x="926826" y="191701"/>
                  </a:lnTo>
                  <a:lnTo>
                    <a:pt x="965614" y="169219"/>
                  </a:lnTo>
                  <a:lnTo>
                    <a:pt x="1004918" y="147654"/>
                  </a:lnTo>
                  <a:lnTo>
                    <a:pt x="1044718" y="127017"/>
                  </a:lnTo>
                  <a:lnTo>
                    <a:pt x="1084998" y="107318"/>
                  </a:lnTo>
                  <a:lnTo>
                    <a:pt x="1125740" y="88566"/>
                  </a:lnTo>
                  <a:lnTo>
                    <a:pt x="1166925" y="70770"/>
                  </a:lnTo>
                  <a:lnTo>
                    <a:pt x="1208537" y="53941"/>
                  </a:lnTo>
                  <a:lnTo>
                    <a:pt x="1250558" y="38088"/>
                  </a:lnTo>
                  <a:lnTo>
                    <a:pt x="1292970" y="23220"/>
                  </a:lnTo>
                  <a:lnTo>
                    <a:pt x="1335755" y="9347"/>
                  </a:lnTo>
                  <a:lnTo>
                    <a:pt x="1367095" y="0"/>
                  </a:lnTo>
                  <a:lnTo>
                    <a:pt x="1367095" y="3629853"/>
                  </a:lnTo>
                  <a:lnTo>
                    <a:pt x="1362881" y="3644328"/>
                  </a:lnTo>
                  <a:close/>
                </a:path>
              </a:pathLst>
            </a:custGeom>
            <a:solidFill>
              <a:srgbClr val="0F67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15606885" y="6833634"/>
              <a:ext cx="961390" cy="961390"/>
            </a:xfrm>
            <a:custGeom>
              <a:rect b="b" l="l" r="r" t="t"/>
              <a:pathLst>
                <a:path extrusionOk="0" h="961390" w="961390">
                  <a:moveTo>
                    <a:pt x="346163" y="941832"/>
                  </a:moveTo>
                  <a:lnTo>
                    <a:pt x="301589" y="926446"/>
                  </a:lnTo>
                  <a:lnTo>
                    <a:pt x="258737" y="906764"/>
                  </a:lnTo>
                  <a:lnTo>
                    <a:pt x="218022" y="882977"/>
                  </a:lnTo>
                  <a:lnTo>
                    <a:pt x="179834" y="855313"/>
                  </a:lnTo>
                  <a:lnTo>
                    <a:pt x="144541" y="824040"/>
                  </a:lnTo>
                  <a:lnTo>
                    <a:pt x="112484" y="789458"/>
                  </a:lnTo>
                  <a:lnTo>
                    <a:pt x="83971" y="751901"/>
                  </a:lnTo>
                  <a:lnTo>
                    <a:pt x="59276" y="711729"/>
                  </a:lnTo>
                  <a:lnTo>
                    <a:pt x="38637" y="669331"/>
                  </a:lnTo>
                  <a:lnTo>
                    <a:pt x="22254" y="625113"/>
                  </a:lnTo>
                  <a:lnTo>
                    <a:pt x="10284" y="579503"/>
                  </a:lnTo>
                  <a:lnTo>
                    <a:pt x="2842" y="532939"/>
                  </a:lnTo>
                  <a:lnTo>
                    <a:pt x="0" y="485870"/>
                  </a:lnTo>
                  <a:lnTo>
                    <a:pt x="313" y="462287"/>
                  </a:lnTo>
                  <a:lnTo>
                    <a:pt x="4409" y="415311"/>
                  </a:lnTo>
                  <a:lnTo>
                    <a:pt x="13089" y="368962"/>
                  </a:lnTo>
                  <a:lnTo>
                    <a:pt x="26270" y="323687"/>
                  </a:lnTo>
                  <a:lnTo>
                    <a:pt x="43825" y="279921"/>
                  </a:lnTo>
                  <a:lnTo>
                    <a:pt x="65586" y="238087"/>
                  </a:lnTo>
                  <a:lnTo>
                    <a:pt x="91342" y="198588"/>
                  </a:lnTo>
                  <a:lnTo>
                    <a:pt x="120846" y="161803"/>
                  </a:lnTo>
                  <a:lnTo>
                    <a:pt x="153813" y="128088"/>
                  </a:lnTo>
                  <a:lnTo>
                    <a:pt x="189926" y="97766"/>
                  </a:lnTo>
                  <a:lnTo>
                    <a:pt x="228838" y="71130"/>
                  </a:lnTo>
                  <a:lnTo>
                    <a:pt x="270173" y="48436"/>
                  </a:lnTo>
                  <a:lnTo>
                    <a:pt x="313533" y="29902"/>
                  </a:lnTo>
                  <a:lnTo>
                    <a:pt x="358501" y="15709"/>
                  </a:lnTo>
                  <a:lnTo>
                    <a:pt x="404643" y="5991"/>
                  </a:lnTo>
                  <a:lnTo>
                    <a:pt x="451517" y="842"/>
                  </a:lnTo>
                  <a:lnTo>
                    <a:pt x="475086" y="0"/>
                  </a:lnTo>
                  <a:lnTo>
                    <a:pt x="498668" y="313"/>
                  </a:lnTo>
                  <a:lnTo>
                    <a:pt x="545645" y="4408"/>
                  </a:lnTo>
                  <a:lnTo>
                    <a:pt x="591995" y="13088"/>
                  </a:lnTo>
                  <a:lnTo>
                    <a:pt x="637270" y="26270"/>
                  </a:lnTo>
                  <a:lnTo>
                    <a:pt x="681035" y="43825"/>
                  </a:lnTo>
                  <a:lnTo>
                    <a:pt x="722869" y="65585"/>
                  </a:lnTo>
                  <a:lnTo>
                    <a:pt x="762368" y="91342"/>
                  </a:lnTo>
                  <a:lnTo>
                    <a:pt x="799153" y="120845"/>
                  </a:lnTo>
                  <a:lnTo>
                    <a:pt x="832868" y="153813"/>
                  </a:lnTo>
                  <a:lnTo>
                    <a:pt x="863190" y="189926"/>
                  </a:lnTo>
                  <a:lnTo>
                    <a:pt x="889827" y="228838"/>
                  </a:lnTo>
                  <a:lnTo>
                    <a:pt x="912521" y="270172"/>
                  </a:lnTo>
                  <a:lnTo>
                    <a:pt x="931054" y="313532"/>
                  </a:lnTo>
                  <a:lnTo>
                    <a:pt x="945248" y="358500"/>
                  </a:lnTo>
                  <a:lnTo>
                    <a:pt x="954965" y="404643"/>
                  </a:lnTo>
                  <a:lnTo>
                    <a:pt x="960114" y="451516"/>
                  </a:lnTo>
                  <a:lnTo>
                    <a:pt x="960957" y="475086"/>
                  </a:lnTo>
                  <a:lnTo>
                    <a:pt x="960643" y="498668"/>
                  </a:lnTo>
                  <a:lnTo>
                    <a:pt x="956548" y="545645"/>
                  </a:lnTo>
                  <a:lnTo>
                    <a:pt x="947868" y="591994"/>
                  </a:lnTo>
                  <a:lnTo>
                    <a:pt x="934687" y="637270"/>
                  </a:lnTo>
                  <a:lnTo>
                    <a:pt x="917132" y="681035"/>
                  </a:lnTo>
                  <a:lnTo>
                    <a:pt x="895371" y="722868"/>
                  </a:lnTo>
                  <a:lnTo>
                    <a:pt x="869615" y="762368"/>
                  </a:lnTo>
                  <a:lnTo>
                    <a:pt x="840111" y="799152"/>
                  </a:lnTo>
                  <a:lnTo>
                    <a:pt x="807143" y="832868"/>
                  </a:lnTo>
                  <a:lnTo>
                    <a:pt x="771030" y="863190"/>
                  </a:lnTo>
                  <a:lnTo>
                    <a:pt x="732119" y="889826"/>
                  </a:lnTo>
                  <a:lnTo>
                    <a:pt x="690784" y="912520"/>
                  </a:lnTo>
                  <a:lnTo>
                    <a:pt x="647424" y="931053"/>
                  </a:lnTo>
                  <a:lnTo>
                    <a:pt x="602456" y="945247"/>
                  </a:lnTo>
                  <a:lnTo>
                    <a:pt x="556313" y="954965"/>
                  </a:lnTo>
                  <a:lnTo>
                    <a:pt x="509440" y="960113"/>
                  </a:lnTo>
                  <a:lnTo>
                    <a:pt x="485870" y="960956"/>
                  </a:lnTo>
                  <a:lnTo>
                    <a:pt x="462288" y="960642"/>
                  </a:lnTo>
                  <a:lnTo>
                    <a:pt x="415311" y="956548"/>
                  </a:lnTo>
                  <a:lnTo>
                    <a:pt x="368962" y="947868"/>
                  </a:lnTo>
                  <a:lnTo>
                    <a:pt x="346163" y="941832"/>
                  </a:lnTo>
                  <a:close/>
                </a:path>
              </a:pathLst>
            </a:custGeom>
            <a:solidFill>
              <a:srgbClr val="035C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575074" y="253486"/>
            <a:ext cx="17137851" cy="1122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803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</a:t>
            </a:r>
            <a:endParaRPr/>
          </a:p>
        </p:txBody>
      </p:sp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878238" y="2596942"/>
            <a:ext cx="13335600" cy="3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0125">
            <a:spAutoFit/>
          </a:bodyPr>
          <a:lstStyle/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/>
              <a:t>Limited to local network communication (no cloud integration).</a:t>
            </a:r>
            <a:endParaRPr/>
          </a:p>
          <a:p>
            <a:pPr indent="-4254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/>
              <a:t>Scalability may decrease with increasing file size or number of users.</a:t>
            </a:r>
            <a:endParaRPr/>
          </a:p>
          <a:p>
            <a:pPr indent="-4254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/>
              <a:t>Basic authentication — no role-based access or encryption.</a:t>
            </a:r>
            <a:endParaRPr/>
          </a:p>
        </p:txBody>
      </p:sp>
      <p:grpSp>
        <p:nvGrpSpPr>
          <p:cNvPr id="103" name="Google Shape;103;p12"/>
          <p:cNvGrpSpPr/>
          <p:nvPr/>
        </p:nvGrpSpPr>
        <p:grpSpPr>
          <a:xfrm>
            <a:off x="15120492" y="6107080"/>
            <a:ext cx="3167869" cy="4180474"/>
            <a:chOff x="15120492" y="6107080"/>
            <a:chExt cx="3167869" cy="4180474"/>
          </a:xfrm>
        </p:grpSpPr>
        <p:sp>
          <p:nvSpPr>
            <p:cNvPr id="104" name="Google Shape;104;p12"/>
            <p:cNvSpPr/>
            <p:nvPr/>
          </p:nvSpPr>
          <p:spPr>
            <a:xfrm>
              <a:off x="15120492" y="9651284"/>
              <a:ext cx="2835275" cy="636270"/>
            </a:xfrm>
            <a:custGeom>
              <a:rect b="b" l="l" r="r" t="t"/>
              <a:pathLst>
                <a:path extrusionOk="0" h="636270" w="2835275">
                  <a:moveTo>
                    <a:pt x="0" y="635714"/>
                  </a:moveTo>
                  <a:lnTo>
                    <a:pt x="53071" y="578461"/>
                  </a:lnTo>
                  <a:lnTo>
                    <a:pt x="84660" y="546596"/>
                  </a:lnTo>
                  <a:lnTo>
                    <a:pt x="116979" y="515495"/>
                  </a:lnTo>
                  <a:lnTo>
                    <a:pt x="150010" y="485169"/>
                  </a:lnTo>
                  <a:lnTo>
                    <a:pt x="183739" y="455633"/>
                  </a:lnTo>
                  <a:lnTo>
                    <a:pt x="218149" y="426898"/>
                  </a:lnTo>
                  <a:lnTo>
                    <a:pt x="253227" y="398978"/>
                  </a:lnTo>
                  <a:lnTo>
                    <a:pt x="288955" y="371886"/>
                  </a:lnTo>
                  <a:lnTo>
                    <a:pt x="325319" y="345633"/>
                  </a:lnTo>
                  <a:lnTo>
                    <a:pt x="362303" y="320234"/>
                  </a:lnTo>
                  <a:lnTo>
                    <a:pt x="399892" y="295701"/>
                  </a:lnTo>
                  <a:lnTo>
                    <a:pt x="438070" y="272047"/>
                  </a:lnTo>
                  <a:lnTo>
                    <a:pt x="476821" y="249284"/>
                  </a:lnTo>
                  <a:lnTo>
                    <a:pt x="516131" y="227426"/>
                  </a:lnTo>
                  <a:lnTo>
                    <a:pt x="555983" y="206486"/>
                  </a:lnTo>
                  <a:lnTo>
                    <a:pt x="596363" y="186475"/>
                  </a:lnTo>
                  <a:lnTo>
                    <a:pt x="637254" y="167408"/>
                  </a:lnTo>
                  <a:lnTo>
                    <a:pt x="678642" y="149297"/>
                  </a:lnTo>
                  <a:lnTo>
                    <a:pt x="720510" y="132154"/>
                  </a:lnTo>
                  <a:lnTo>
                    <a:pt x="762843" y="115993"/>
                  </a:lnTo>
                  <a:lnTo>
                    <a:pt x="805627" y="100827"/>
                  </a:lnTo>
                  <a:lnTo>
                    <a:pt x="848845" y="86667"/>
                  </a:lnTo>
                  <a:lnTo>
                    <a:pt x="892481" y="73528"/>
                  </a:lnTo>
                  <a:lnTo>
                    <a:pt x="936521" y="61422"/>
                  </a:lnTo>
                  <a:lnTo>
                    <a:pt x="980949" y="50362"/>
                  </a:lnTo>
                  <a:lnTo>
                    <a:pt x="1025749" y="40360"/>
                  </a:lnTo>
                  <a:lnTo>
                    <a:pt x="1070906" y="31430"/>
                  </a:lnTo>
                  <a:lnTo>
                    <a:pt x="1116404" y="23584"/>
                  </a:lnTo>
                  <a:lnTo>
                    <a:pt x="1162229" y="16835"/>
                  </a:lnTo>
                  <a:lnTo>
                    <a:pt x="1208364" y="11197"/>
                  </a:lnTo>
                  <a:lnTo>
                    <a:pt x="1254794" y="6681"/>
                  </a:lnTo>
                  <a:lnTo>
                    <a:pt x="1301503" y="3301"/>
                  </a:lnTo>
                  <a:lnTo>
                    <a:pt x="1348476" y="1070"/>
                  </a:lnTo>
                  <a:lnTo>
                    <a:pt x="1395698" y="0"/>
                  </a:lnTo>
                  <a:lnTo>
                    <a:pt x="1443153" y="104"/>
                  </a:lnTo>
                  <a:lnTo>
                    <a:pt x="1490826" y="1395"/>
                  </a:lnTo>
                  <a:lnTo>
                    <a:pt x="1538701" y="3886"/>
                  </a:lnTo>
                  <a:lnTo>
                    <a:pt x="1586762" y="7590"/>
                  </a:lnTo>
                  <a:lnTo>
                    <a:pt x="1634784" y="12497"/>
                  </a:lnTo>
                  <a:lnTo>
                    <a:pt x="1682402" y="18562"/>
                  </a:lnTo>
                  <a:lnTo>
                    <a:pt x="1729604" y="25773"/>
                  </a:lnTo>
                  <a:lnTo>
                    <a:pt x="1776377" y="34113"/>
                  </a:lnTo>
                  <a:lnTo>
                    <a:pt x="1822707" y="43566"/>
                  </a:lnTo>
                  <a:lnTo>
                    <a:pt x="1868583" y="54118"/>
                  </a:lnTo>
                  <a:lnTo>
                    <a:pt x="1913991" y="65753"/>
                  </a:lnTo>
                  <a:lnTo>
                    <a:pt x="1958919" y="78455"/>
                  </a:lnTo>
                  <a:lnTo>
                    <a:pt x="2003353" y="92210"/>
                  </a:lnTo>
                  <a:lnTo>
                    <a:pt x="2047281" y="107001"/>
                  </a:lnTo>
                  <a:lnTo>
                    <a:pt x="2090690" y="122814"/>
                  </a:lnTo>
                  <a:lnTo>
                    <a:pt x="2133566" y="139633"/>
                  </a:lnTo>
                  <a:lnTo>
                    <a:pt x="2175898" y="157443"/>
                  </a:lnTo>
                  <a:lnTo>
                    <a:pt x="2217673" y="176228"/>
                  </a:lnTo>
                  <a:lnTo>
                    <a:pt x="2258876" y="195973"/>
                  </a:lnTo>
                  <a:lnTo>
                    <a:pt x="2299497" y="216662"/>
                  </a:lnTo>
                  <a:lnTo>
                    <a:pt x="2339521" y="238281"/>
                  </a:lnTo>
                  <a:lnTo>
                    <a:pt x="2378936" y="260814"/>
                  </a:lnTo>
                  <a:lnTo>
                    <a:pt x="2417729" y="284245"/>
                  </a:lnTo>
                  <a:lnTo>
                    <a:pt x="2455887" y="308559"/>
                  </a:lnTo>
                  <a:lnTo>
                    <a:pt x="2493397" y="333740"/>
                  </a:lnTo>
                  <a:lnTo>
                    <a:pt x="2530248" y="359774"/>
                  </a:lnTo>
                  <a:lnTo>
                    <a:pt x="2566424" y="386645"/>
                  </a:lnTo>
                  <a:lnTo>
                    <a:pt x="2601915" y="414337"/>
                  </a:lnTo>
                  <a:lnTo>
                    <a:pt x="2636706" y="442835"/>
                  </a:lnTo>
                  <a:lnTo>
                    <a:pt x="2670786" y="472124"/>
                  </a:lnTo>
                  <a:lnTo>
                    <a:pt x="2704140" y="502188"/>
                  </a:lnTo>
                  <a:lnTo>
                    <a:pt x="2736758" y="533013"/>
                  </a:lnTo>
                  <a:lnTo>
                    <a:pt x="2768624" y="564582"/>
                  </a:lnTo>
                  <a:lnTo>
                    <a:pt x="2799728" y="596880"/>
                  </a:lnTo>
                  <a:lnTo>
                    <a:pt x="2830055" y="629892"/>
                  </a:lnTo>
                  <a:lnTo>
                    <a:pt x="2835157" y="635714"/>
                  </a:lnTo>
                  <a:lnTo>
                    <a:pt x="0" y="635714"/>
                  </a:lnTo>
                  <a:close/>
                </a:path>
              </a:pathLst>
            </a:custGeom>
            <a:solidFill>
              <a:srgbClr val="123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2"/>
            <p:cNvSpPr/>
            <p:nvPr/>
          </p:nvSpPr>
          <p:spPr>
            <a:xfrm>
              <a:off x="16868501" y="6107080"/>
              <a:ext cx="1419860" cy="3675379"/>
            </a:xfrm>
            <a:custGeom>
              <a:rect b="b" l="l" r="r" t="t"/>
              <a:pathLst>
                <a:path extrusionOk="0" h="3675379" w="1419859">
                  <a:moveTo>
                    <a:pt x="1419497" y="3674805"/>
                  </a:moveTo>
                  <a:lnTo>
                    <a:pt x="1356600" y="3657410"/>
                  </a:lnTo>
                  <a:lnTo>
                    <a:pt x="1312208" y="3643606"/>
                  </a:lnTo>
                  <a:lnTo>
                    <a:pt x="1268318" y="3628767"/>
                  </a:lnTo>
                  <a:lnTo>
                    <a:pt x="1224944" y="3612908"/>
                  </a:lnTo>
                  <a:lnTo>
                    <a:pt x="1182098" y="3596044"/>
                  </a:lnTo>
                  <a:lnTo>
                    <a:pt x="1139794" y="3578191"/>
                  </a:lnTo>
                  <a:lnTo>
                    <a:pt x="1098044" y="3559364"/>
                  </a:lnTo>
                  <a:lnTo>
                    <a:pt x="1056862" y="3539578"/>
                  </a:lnTo>
                  <a:lnTo>
                    <a:pt x="1016261" y="3518850"/>
                  </a:lnTo>
                  <a:lnTo>
                    <a:pt x="976253" y="3497193"/>
                  </a:lnTo>
                  <a:lnTo>
                    <a:pt x="936851" y="3474624"/>
                  </a:lnTo>
                  <a:lnTo>
                    <a:pt x="898068" y="3451158"/>
                  </a:lnTo>
                  <a:lnTo>
                    <a:pt x="859918" y="3426811"/>
                  </a:lnTo>
                  <a:lnTo>
                    <a:pt x="822413" y="3401597"/>
                  </a:lnTo>
                  <a:lnTo>
                    <a:pt x="785566" y="3375532"/>
                  </a:lnTo>
                  <a:lnTo>
                    <a:pt x="749390" y="3348631"/>
                  </a:lnTo>
                  <a:lnTo>
                    <a:pt x="713898" y="3320910"/>
                  </a:lnTo>
                  <a:lnTo>
                    <a:pt x="679104" y="3292384"/>
                  </a:lnTo>
                  <a:lnTo>
                    <a:pt x="645019" y="3263069"/>
                  </a:lnTo>
                  <a:lnTo>
                    <a:pt x="611657" y="3232979"/>
                  </a:lnTo>
                  <a:lnTo>
                    <a:pt x="579031" y="3202131"/>
                  </a:lnTo>
                  <a:lnTo>
                    <a:pt x="547154" y="3170539"/>
                  </a:lnTo>
                  <a:lnTo>
                    <a:pt x="516039" y="3138219"/>
                  </a:lnTo>
                  <a:lnTo>
                    <a:pt x="485699" y="3105186"/>
                  </a:lnTo>
                  <a:lnTo>
                    <a:pt x="456146" y="3071456"/>
                  </a:lnTo>
                  <a:lnTo>
                    <a:pt x="427394" y="3037043"/>
                  </a:lnTo>
                  <a:lnTo>
                    <a:pt x="399455" y="3001964"/>
                  </a:lnTo>
                  <a:lnTo>
                    <a:pt x="372343" y="2966234"/>
                  </a:lnTo>
                  <a:lnTo>
                    <a:pt x="346071" y="2929867"/>
                  </a:lnTo>
                  <a:lnTo>
                    <a:pt x="320651" y="2892880"/>
                  </a:lnTo>
                  <a:lnTo>
                    <a:pt x="296097" y="2855288"/>
                  </a:lnTo>
                  <a:lnTo>
                    <a:pt x="272421" y="2817106"/>
                  </a:lnTo>
                  <a:lnTo>
                    <a:pt x="249636" y="2778349"/>
                  </a:lnTo>
                  <a:lnTo>
                    <a:pt x="227755" y="2739033"/>
                  </a:lnTo>
                  <a:lnTo>
                    <a:pt x="206792" y="2699173"/>
                  </a:lnTo>
                  <a:lnTo>
                    <a:pt x="186759" y="2658785"/>
                  </a:lnTo>
                  <a:lnTo>
                    <a:pt x="167670" y="2617884"/>
                  </a:lnTo>
                  <a:lnTo>
                    <a:pt x="149536" y="2576485"/>
                  </a:lnTo>
                  <a:lnTo>
                    <a:pt x="132371" y="2534603"/>
                  </a:lnTo>
                  <a:lnTo>
                    <a:pt x="116189" y="2492255"/>
                  </a:lnTo>
                  <a:lnTo>
                    <a:pt x="101001" y="2449454"/>
                  </a:lnTo>
                  <a:lnTo>
                    <a:pt x="86821" y="2406218"/>
                  </a:lnTo>
                  <a:lnTo>
                    <a:pt x="73663" y="2362560"/>
                  </a:lnTo>
                  <a:lnTo>
                    <a:pt x="61538" y="2318497"/>
                  </a:lnTo>
                  <a:lnTo>
                    <a:pt x="50459" y="2274044"/>
                  </a:lnTo>
                  <a:lnTo>
                    <a:pt x="40441" y="2229216"/>
                  </a:lnTo>
                  <a:lnTo>
                    <a:pt x="31495" y="2184028"/>
                  </a:lnTo>
                  <a:lnTo>
                    <a:pt x="23635" y="2138496"/>
                  </a:lnTo>
                  <a:lnTo>
                    <a:pt x="16874" y="2092635"/>
                  </a:lnTo>
                  <a:lnTo>
                    <a:pt x="11224" y="2046461"/>
                  </a:lnTo>
                  <a:lnTo>
                    <a:pt x="6699" y="1999989"/>
                  </a:lnTo>
                  <a:lnTo>
                    <a:pt x="3311" y="1953234"/>
                  </a:lnTo>
                  <a:lnTo>
                    <a:pt x="1074" y="1906211"/>
                  </a:lnTo>
                  <a:lnTo>
                    <a:pt x="0" y="1858937"/>
                  </a:lnTo>
                  <a:lnTo>
                    <a:pt x="102" y="1811426"/>
                  </a:lnTo>
                  <a:lnTo>
                    <a:pt x="1393" y="1763693"/>
                  </a:lnTo>
                  <a:lnTo>
                    <a:pt x="3887" y="1715755"/>
                  </a:lnTo>
                  <a:lnTo>
                    <a:pt x="7596" y="1667626"/>
                  </a:lnTo>
                  <a:lnTo>
                    <a:pt x="12503" y="1619604"/>
                  </a:lnTo>
                  <a:lnTo>
                    <a:pt x="18573" y="1571986"/>
                  </a:lnTo>
                  <a:lnTo>
                    <a:pt x="25788" y="1524785"/>
                  </a:lnTo>
                  <a:lnTo>
                    <a:pt x="34135" y="1478013"/>
                  </a:lnTo>
                  <a:lnTo>
                    <a:pt x="43597" y="1431683"/>
                  </a:lnTo>
                  <a:lnTo>
                    <a:pt x="54159" y="1385808"/>
                  </a:lnTo>
                  <a:lnTo>
                    <a:pt x="65805" y="1340401"/>
                  </a:lnTo>
                  <a:lnTo>
                    <a:pt x="78521" y="1295474"/>
                  </a:lnTo>
                  <a:lnTo>
                    <a:pt x="92290" y="1251042"/>
                  </a:lnTo>
                  <a:lnTo>
                    <a:pt x="107098" y="1207115"/>
                  </a:lnTo>
                  <a:lnTo>
                    <a:pt x="122928" y="1163708"/>
                  </a:lnTo>
                  <a:lnTo>
                    <a:pt x="139765" y="1120833"/>
                  </a:lnTo>
                  <a:lnTo>
                    <a:pt x="157594" y="1078503"/>
                  </a:lnTo>
                  <a:lnTo>
                    <a:pt x="176399" y="1036730"/>
                  </a:lnTo>
                  <a:lnTo>
                    <a:pt x="196164" y="995528"/>
                  </a:lnTo>
                  <a:lnTo>
                    <a:pt x="216875" y="954910"/>
                  </a:lnTo>
                  <a:lnTo>
                    <a:pt x="238516" y="914888"/>
                  </a:lnTo>
                  <a:lnTo>
                    <a:pt x="261071" y="875475"/>
                  </a:lnTo>
                  <a:lnTo>
                    <a:pt x="284524" y="836684"/>
                  </a:lnTo>
                  <a:lnTo>
                    <a:pt x="308861" y="798528"/>
                  </a:lnTo>
                  <a:lnTo>
                    <a:pt x="334066" y="761019"/>
                  </a:lnTo>
                  <a:lnTo>
                    <a:pt x="360123" y="724171"/>
                  </a:lnTo>
                  <a:lnTo>
                    <a:pt x="387017" y="687997"/>
                  </a:lnTo>
                  <a:lnTo>
                    <a:pt x="414732" y="652508"/>
                  </a:lnTo>
                  <a:lnTo>
                    <a:pt x="443253" y="617719"/>
                  </a:lnTo>
                  <a:lnTo>
                    <a:pt x="472565" y="583641"/>
                  </a:lnTo>
                  <a:lnTo>
                    <a:pt x="502651" y="550288"/>
                  </a:lnTo>
                  <a:lnTo>
                    <a:pt x="533497" y="517673"/>
                  </a:lnTo>
                  <a:lnTo>
                    <a:pt x="565087" y="485808"/>
                  </a:lnTo>
                  <a:lnTo>
                    <a:pt x="597405" y="454707"/>
                  </a:lnTo>
                  <a:lnTo>
                    <a:pt x="630437" y="424382"/>
                  </a:lnTo>
                  <a:lnTo>
                    <a:pt x="664165" y="394845"/>
                  </a:lnTo>
                  <a:lnTo>
                    <a:pt x="698576" y="366110"/>
                  </a:lnTo>
                  <a:lnTo>
                    <a:pt x="733653" y="338190"/>
                  </a:lnTo>
                  <a:lnTo>
                    <a:pt x="769382" y="311098"/>
                  </a:lnTo>
                  <a:lnTo>
                    <a:pt x="805746" y="284846"/>
                  </a:lnTo>
                  <a:lnTo>
                    <a:pt x="842730" y="259446"/>
                  </a:lnTo>
                  <a:lnTo>
                    <a:pt x="880319" y="234913"/>
                  </a:lnTo>
                  <a:lnTo>
                    <a:pt x="918497" y="211259"/>
                  </a:lnTo>
                  <a:lnTo>
                    <a:pt x="957248" y="188497"/>
                  </a:lnTo>
                  <a:lnTo>
                    <a:pt x="996558" y="166639"/>
                  </a:lnTo>
                  <a:lnTo>
                    <a:pt x="1036410" y="145698"/>
                  </a:lnTo>
                  <a:lnTo>
                    <a:pt x="1076790" y="125688"/>
                  </a:lnTo>
                  <a:lnTo>
                    <a:pt x="1117681" y="106620"/>
                  </a:lnTo>
                  <a:lnTo>
                    <a:pt x="1159068" y="88509"/>
                  </a:lnTo>
                  <a:lnTo>
                    <a:pt x="1200937" y="71366"/>
                  </a:lnTo>
                  <a:lnTo>
                    <a:pt x="1243270" y="55205"/>
                  </a:lnTo>
                  <a:lnTo>
                    <a:pt x="1286054" y="40039"/>
                  </a:lnTo>
                  <a:lnTo>
                    <a:pt x="1329271" y="25880"/>
                  </a:lnTo>
                  <a:lnTo>
                    <a:pt x="1372908" y="12740"/>
                  </a:lnTo>
                  <a:lnTo>
                    <a:pt x="1419497" y="0"/>
                  </a:lnTo>
                  <a:lnTo>
                    <a:pt x="1419497" y="3674805"/>
                  </a:lnTo>
                  <a:close/>
                </a:path>
              </a:pathLst>
            </a:custGeom>
            <a:solidFill>
              <a:srgbClr val="0F67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2"/>
            <p:cNvSpPr/>
            <p:nvPr/>
          </p:nvSpPr>
          <p:spPr>
            <a:xfrm>
              <a:off x="15452014" y="7209659"/>
              <a:ext cx="961390" cy="961390"/>
            </a:xfrm>
            <a:custGeom>
              <a:rect b="b" l="l" r="r" t="t"/>
              <a:pathLst>
                <a:path extrusionOk="0" h="961390" w="961390">
                  <a:moveTo>
                    <a:pt x="437602" y="959081"/>
                  </a:moveTo>
                  <a:lnTo>
                    <a:pt x="390899" y="952573"/>
                  </a:lnTo>
                  <a:lnTo>
                    <a:pt x="345058" y="941518"/>
                  </a:lnTo>
                  <a:lnTo>
                    <a:pt x="300521" y="926023"/>
                  </a:lnTo>
                  <a:lnTo>
                    <a:pt x="257718" y="906238"/>
                  </a:lnTo>
                  <a:lnTo>
                    <a:pt x="217060" y="882352"/>
                  </a:lnTo>
                  <a:lnTo>
                    <a:pt x="178939" y="854596"/>
                  </a:lnTo>
                  <a:lnTo>
                    <a:pt x="143723" y="823238"/>
                  </a:lnTo>
                  <a:lnTo>
                    <a:pt x="111749" y="788578"/>
                  </a:lnTo>
                  <a:lnTo>
                    <a:pt x="83326" y="750952"/>
                  </a:lnTo>
                  <a:lnTo>
                    <a:pt x="58729" y="710721"/>
                  </a:lnTo>
                  <a:lnTo>
                    <a:pt x="38193" y="668273"/>
                  </a:lnTo>
                  <a:lnTo>
                    <a:pt x="21917" y="624015"/>
                  </a:lnTo>
                  <a:lnTo>
                    <a:pt x="10057" y="578377"/>
                  </a:lnTo>
                  <a:lnTo>
                    <a:pt x="2727" y="531795"/>
                  </a:lnTo>
                  <a:lnTo>
                    <a:pt x="0" y="484719"/>
                  </a:lnTo>
                  <a:lnTo>
                    <a:pt x="371" y="461137"/>
                  </a:lnTo>
                  <a:lnTo>
                    <a:pt x="4579" y="414171"/>
                  </a:lnTo>
                  <a:lnTo>
                    <a:pt x="13371" y="367843"/>
                  </a:lnTo>
                  <a:lnTo>
                    <a:pt x="26662" y="322599"/>
                  </a:lnTo>
                  <a:lnTo>
                    <a:pt x="44323" y="278876"/>
                  </a:lnTo>
                  <a:lnTo>
                    <a:pt x="66185" y="237096"/>
                  </a:lnTo>
                  <a:lnTo>
                    <a:pt x="92036" y="197659"/>
                  </a:lnTo>
                  <a:lnTo>
                    <a:pt x="121629" y="160946"/>
                  </a:lnTo>
                  <a:lnTo>
                    <a:pt x="154678" y="127310"/>
                  </a:lnTo>
                  <a:lnTo>
                    <a:pt x="190865" y="97075"/>
                  </a:lnTo>
                  <a:lnTo>
                    <a:pt x="229840" y="70533"/>
                  </a:lnTo>
                  <a:lnTo>
                    <a:pt x="271230" y="47940"/>
                  </a:lnTo>
                  <a:lnTo>
                    <a:pt x="314635" y="29511"/>
                  </a:lnTo>
                  <a:lnTo>
                    <a:pt x="359637" y="15426"/>
                  </a:lnTo>
                  <a:lnTo>
                    <a:pt x="405803" y="5820"/>
                  </a:lnTo>
                  <a:lnTo>
                    <a:pt x="452689" y="785"/>
                  </a:lnTo>
                  <a:lnTo>
                    <a:pt x="476260" y="0"/>
                  </a:lnTo>
                  <a:lnTo>
                    <a:pt x="499842" y="370"/>
                  </a:lnTo>
                  <a:lnTo>
                    <a:pt x="546809" y="4579"/>
                  </a:lnTo>
                  <a:lnTo>
                    <a:pt x="593137" y="13371"/>
                  </a:lnTo>
                  <a:lnTo>
                    <a:pt x="638380" y="26662"/>
                  </a:lnTo>
                  <a:lnTo>
                    <a:pt x="682102" y="44323"/>
                  </a:lnTo>
                  <a:lnTo>
                    <a:pt x="723883" y="66185"/>
                  </a:lnTo>
                  <a:lnTo>
                    <a:pt x="763320" y="92037"/>
                  </a:lnTo>
                  <a:lnTo>
                    <a:pt x="800034" y="121629"/>
                  </a:lnTo>
                  <a:lnTo>
                    <a:pt x="833670" y="154678"/>
                  </a:lnTo>
                  <a:lnTo>
                    <a:pt x="863904" y="190865"/>
                  </a:lnTo>
                  <a:lnTo>
                    <a:pt x="890446" y="229840"/>
                  </a:lnTo>
                  <a:lnTo>
                    <a:pt x="913040" y="271230"/>
                  </a:lnTo>
                  <a:lnTo>
                    <a:pt x="931468" y="314635"/>
                  </a:lnTo>
                  <a:lnTo>
                    <a:pt x="945553" y="359637"/>
                  </a:lnTo>
                  <a:lnTo>
                    <a:pt x="955159" y="405803"/>
                  </a:lnTo>
                  <a:lnTo>
                    <a:pt x="960194" y="452689"/>
                  </a:lnTo>
                  <a:lnTo>
                    <a:pt x="960980" y="476260"/>
                  </a:lnTo>
                  <a:lnTo>
                    <a:pt x="960609" y="499842"/>
                  </a:lnTo>
                  <a:lnTo>
                    <a:pt x="956400" y="546809"/>
                  </a:lnTo>
                  <a:lnTo>
                    <a:pt x="947608" y="593137"/>
                  </a:lnTo>
                  <a:lnTo>
                    <a:pt x="934318" y="638380"/>
                  </a:lnTo>
                  <a:lnTo>
                    <a:pt x="916656" y="682102"/>
                  </a:lnTo>
                  <a:lnTo>
                    <a:pt x="894794" y="723883"/>
                  </a:lnTo>
                  <a:lnTo>
                    <a:pt x="868943" y="763320"/>
                  </a:lnTo>
                  <a:lnTo>
                    <a:pt x="839350" y="800033"/>
                  </a:lnTo>
                  <a:lnTo>
                    <a:pt x="806301" y="833669"/>
                  </a:lnTo>
                  <a:lnTo>
                    <a:pt x="770115" y="863904"/>
                  </a:lnTo>
                  <a:lnTo>
                    <a:pt x="731139" y="890446"/>
                  </a:lnTo>
                  <a:lnTo>
                    <a:pt x="689749" y="913039"/>
                  </a:lnTo>
                  <a:lnTo>
                    <a:pt x="646344" y="931468"/>
                  </a:lnTo>
                  <a:lnTo>
                    <a:pt x="601342" y="945553"/>
                  </a:lnTo>
                  <a:lnTo>
                    <a:pt x="555176" y="955159"/>
                  </a:lnTo>
                  <a:lnTo>
                    <a:pt x="508291" y="960194"/>
                  </a:lnTo>
                  <a:lnTo>
                    <a:pt x="484719" y="960980"/>
                  </a:lnTo>
                  <a:lnTo>
                    <a:pt x="461137" y="960609"/>
                  </a:lnTo>
                  <a:lnTo>
                    <a:pt x="437602" y="959081"/>
                  </a:lnTo>
                  <a:close/>
                </a:path>
              </a:pathLst>
            </a:custGeom>
            <a:solidFill>
              <a:srgbClr val="035C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/>
          <p:nvPr>
            <p:ph type="title"/>
          </p:nvPr>
        </p:nvSpPr>
        <p:spPr>
          <a:xfrm>
            <a:off x="575074" y="253486"/>
            <a:ext cx="17137851" cy="1122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Enhancements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878238" y="2564519"/>
            <a:ext cx="16720800" cy="4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25450" lvl="0" marL="457200" marR="1981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Extend storage and replication to cloud servers (AWS, Azure, GCP) for global accessibility.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marR="68643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Implement load balancing and distributed databases to handle larger files and more concurrent users.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Add role-based authentication, user permissions, and encryption for secure file transfer and access.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13" name="Google Shape;113;p13"/>
          <p:cNvGrpSpPr/>
          <p:nvPr/>
        </p:nvGrpSpPr>
        <p:grpSpPr>
          <a:xfrm>
            <a:off x="14283208" y="6287321"/>
            <a:ext cx="4004853" cy="4000273"/>
            <a:chOff x="14283208" y="6287321"/>
            <a:chExt cx="4004853" cy="4000273"/>
          </a:xfrm>
        </p:grpSpPr>
        <p:sp>
          <p:nvSpPr>
            <p:cNvPr id="114" name="Google Shape;114;p13"/>
            <p:cNvSpPr/>
            <p:nvPr/>
          </p:nvSpPr>
          <p:spPr>
            <a:xfrm>
              <a:off x="14283208" y="9319219"/>
              <a:ext cx="3309620" cy="968375"/>
            </a:xfrm>
            <a:custGeom>
              <a:rect b="b" l="l" r="r" t="t"/>
              <a:pathLst>
                <a:path extrusionOk="0" h="968375" w="3309619">
                  <a:moveTo>
                    <a:pt x="0" y="967780"/>
                  </a:moveTo>
                  <a:lnTo>
                    <a:pt x="42645" y="895424"/>
                  </a:lnTo>
                  <a:lnTo>
                    <a:pt x="67429" y="856597"/>
                  </a:lnTo>
                  <a:lnTo>
                    <a:pt x="93081" y="818496"/>
                  </a:lnTo>
                  <a:lnTo>
                    <a:pt x="119584" y="781131"/>
                  </a:lnTo>
                  <a:lnTo>
                    <a:pt x="146920" y="744511"/>
                  </a:lnTo>
                  <a:lnTo>
                    <a:pt x="175070" y="708645"/>
                  </a:lnTo>
                  <a:lnTo>
                    <a:pt x="204018" y="673544"/>
                  </a:lnTo>
                  <a:lnTo>
                    <a:pt x="233745" y="639216"/>
                  </a:lnTo>
                  <a:lnTo>
                    <a:pt x="264235" y="605672"/>
                  </a:lnTo>
                  <a:lnTo>
                    <a:pt x="295469" y="572921"/>
                  </a:lnTo>
                  <a:lnTo>
                    <a:pt x="327430" y="540973"/>
                  </a:lnTo>
                  <a:lnTo>
                    <a:pt x="360100" y="509838"/>
                  </a:lnTo>
                  <a:lnTo>
                    <a:pt x="393461" y="479524"/>
                  </a:lnTo>
                  <a:lnTo>
                    <a:pt x="427496" y="450042"/>
                  </a:lnTo>
                  <a:lnTo>
                    <a:pt x="462187" y="421401"/>
                  </a:lnTo>
                  <a:lnTo>
                    <a:pt x="497516" y="393612"/>
                  </a:lnTo>
                  <a:lnTo>
                    <a:pt x="533466" y="366682"/>
                  </a:lnTo>
                  <a:lnTo>
                    <a:pt x="570019" y="340623"/>
                  </a:lnTo>
                  <a:lnTo>
                    <a:pt x="607158" y="315443"/>
                  </a:lnTo>
                  <a:lnTo>
                    <a:pt x="644864" y="291153"/>
                  </a:lnTo>
                  <a:lnTo>
                    <a:pt x="683120" y="267762"/>
                  </a:lnTo>
                  <a:lnTo>
                    <a:pt x="721909" y="245279"/>
                  </a:lnTo>
                  <a:lnTo>
                    <a:pt x="761212" y="223715"/>
                  </a:lnTo>
                  <a:lnTo>
                    <a:pt x="801013" y="203078"/>
                  </a:lnTo>
                  <a:lnTo>
                    <a:pt x="841293" y="183379"/>
                  </a:lnTo>
                  <a:lnTo>
                    <a:pt x="882034" y="164626"/>
                  </a:lnTo>
                  <a:lnTo>
                    <a:pt x="923220" y="146831"/>
                  </a:lnTo>
                  <a:lnTo>
                    <a:pt x="964832" y="130002"/>
                  </a:lnTo>
                  <a:lnTo>
                    <a:pt x="1006852" y="114148"/>
                  </a:lnTo>
                  <a:lnTo>
                    <a:pt x="1049264" y="99281"/>
                  </a:lnTo>
                  <a:lnTo>
                    <a:pt x="1092049" y="85408"/>
                  </a:lnTo>
                  <a:lnTo>
                    <a:pt x="1135190" y="72540"/>
                  </a:lnTo>
                  <a:lnTo>
                    <a:pt x="1178669" y="60687"/>
                  </a:lnTo>
                  <a:lnTo>
                    <a:pt x="1222468" y="49857"/>
                  </a:lnTo>
                  <a:lnTo>
                    <a:pt x="1266571" y="40061"/>
                  </a:lnTo>
                  <a:lnTo>
                    <a:pt x="1310958" y="31309"/>
                  </a:lnTo>
                  <a:lnTo>
                    <a:pt x="1355612" y="23609"/>
                  </a:lnTo>
                  <a:lnTo>
                    <a:pt x="1400516" y="16972"/>
                  </a:lnTo>
                  <a:lnTo>
                    <a:pt x="1445653" y="11407"/>
                  </a:lnTo>
                  <a:lnTo>
                    <a:pt x="1491003" y="6923"/>
                  </a:lnTo>
                  <a:lnTo>
                    <a:pt x="1536551" y="3531"/>
                  </a:lnTo>
                  <a:lnTo>
                    <a:pt x="1582277" y="1240"/>
                  </a:lnTo>
                  <a:lnTo>
                    <a:pt x="1628165" y="60"/>
                  </a:lnTo>
                  <a:lnTo>
                    <a:pt x="1674196" y="0"/>
                  </a:lnTo>
                  <a:lnTo>
                    <a:pt x="1720354" y="1069"/>
                  </a:lnTo>
                  <a:lnTo>
                    <a:pt x="1766620" y="3278"/>
                  </a:lnTo>
                  <a:lnTo>
                    <a:pt x="1812977" y="6636"/>
                  </a:lnTo>
                  <a:lnTo>
                    <a:pt x="1859407" y="11153"/>
                  </a:lnTo>
                  <a:lnTo>
                    <a:pt x="1905892" y="16838"/>
                  </a:lnTo>
                  <a:lnTo>
                    <a:pt x="1952415" y="23701"/>
                  </a:lnTo>
                  <a:lnTo>
                    <a:pt x="1998958" y="31751"/>
                  </a:lnTo>
                  <a:lnTo>
                    <a:pt x="2045503" y="40999"/>
                  </a:lnTo>
                  <a:lnTo>
                    <a:pt x="2092033" y="51453"/>
                  </a:lnTo>
                  <a:lnTo>
                    <a:pt x="2138530" y="63124"/>
                  </a:lnTo>
                  <a:lnTo>
                    <a:pt x="2184977" y="76021"/>
                  </a:lnTo>
                  <a:lnTo>
                    <a:pt x="2231153" y="90090"/>
                  </a:lnTo>
                  <a:lnTo>
                    <a:pt x="2276709" y="105219"/>
                  </a:lnTo>
                  <a:lnTo>
                    <a:pt x="2321637" y="121391"/>
                  </a:lnTo>
                  <a:lnTo>
                    <a:pt x="2365926" y="138588"/>
                  </a:lnTo>
                  <a:lnTo>
                    <a:pt x="2409566" y="156793"/>
                  </a:lnTo>
                  <a:lnTo>
                    <a:pt x="2452548" y="175988"/>
                  </a:lnTo>
                  <a:lnTo>
                    <a:pt x="2494863" y="196155"/>
                  </a:lnTo>
                  <a:lnTo>
                    <a:pt x="2536501" y="217278"/>
                  </a:lnTo>
                  <a:lnTo>
                    <a:pt x="2577451" y="239338"/>
                  </a:lnTo>
                  <a:lnTo>
                    <a:pt x="2617705" y="262318"/>
                  </a:lnTo>
                  <a:lnTo>
                    <a:pt x="2657252" y="286200"/>
                  </a:lnTo>
                  <a:lnTo>
                    <a:pt x="2696084" y="310967"/>
                  </a:lnTo>
                  <a:lnTo>
                    <a:pt x="2734190" y="336601"/>
                  </a:lnTo>
                  <a:lnTo>
                    <a:pt x="2771561" y="363084"/>
                  </a:lnTo>
                  <a:lnTo>
                    <a:pt x="2808187" y="390400"/>
                  </a:lnTo>
                  <a:lnTo>
                    <a:pt x="2844059" y="418529"/>
                  </a:lnTo>
                  <a:lnTo>
                    <a:pt x="2879167" y="447456"/>
                  </a:lnTo>
                  <a:lnTo>
                    <a:pt x="2913500" y="477162"/>
                  </a:lnTo>
                  <a:lnTo>
                    <a:pt x="2947051" y="507630"/>
                  </a:lnTo>
                  <a:lnTo>
                    <a:pt x="2979808" y="538842"/>
                  </a:lnTo>
                  <a:lnTo>
                    <a:pt x="3011762" y="570780"/>
                  </a:lnTo>
                  <a:lnTo>
                    <a:pt x="3042905" y="603428"/>
                  </a:lnTo>
                  <a:lnTo>
                    <a:pt x="3073225" y="636766"/>
                  </a:lnTo>
                  <a:lnTo>
                    <a:pt x="3102713" y="670779"/>
                  </a:lnTo>
                  <a:lnTo>
                    <a:pt x="3131360" y="705448"/>
                  </a:lnTo>
                  <a:lnTo>
                    <a:pt x="3159157" y="740756"/>
                  </a:lnTo>
                  <a:lnTo>
                    <a:pt x="3186092" y="776684"/>
                  </a:lnTo>
                  <a:lnTo>
                    <a:pt x="3212158" y="813217"/>
                  </a:lnTo>
                  <a:lnTo>
                    <a:pt x="3237343" y="850335"/>
                  </a:lnTo>
                  <a:lnTo>
                    <a:pt x="3261639" y="888022"/>
                  </a:lnTo>
                  <a:lnTo>
                    <a:pt x="3285036" y="926260"/>
                  </a:lnTo>
                  <a:lnTo>
                    <a:pt x="3309033" y="967780"/>
                  </a:lnTo>
                  <a:lnTo>
                    <a:pt x="0" y="967780"/>
                  </a:lnTo>
                  <a:close/>
                </a:path>
              </a:pathLst>
            </a:custGeom>
            <a:solidFill>
              <a:srgbClr val="123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6920906" y="6287321"/>
              <a:ext cx="1367155" cy="3644900"/>
            </a:xfrm>
            <a:custGeom>
              <a:rect b="b" l="l" r="r" t="t"/>
              <a:pathLst>
                <a:path extrusionOk="0" h="3644900" w="1367155">
                  <a:moveTo>
                    <a:pt x="1362881" y="3644328"/>
                  </a:moveTo>
                  <a:lnTo>
                    <a:pt x="1321201" y="3631563"/>
                  </a:lnTo>
                  <a:lnTo>
                    <a:pt x="1275724" y="3616388"/>
                  </a:lnTo>
                  <a:lnTo>
                    <a:pt x="1230872" y="3600170"/>
                  </a:lnTo>
                  <a:lnTo>
                    <a:pt x="1186654" y="3582928"/>
                  </a:lnTo>
                  <a:lnTo>
                    <a:pt x="1142793" y="3564551"/>
                  </a:lnTo>
                  <a:lnTo>
                    <a:pt x="1100160" y="3545442"/>
                  </a:lnTo>
                  <a:lnTo>
                    <a:pt x="1057903" y="3525232"/>
                  </a:lnTo>
                  <a:lnTo>
                    <a:pt x="1016320" y="3504068"/>
                  </a:lnTo>
                  <a:lnTo>
                    <a:pt x="975420" y="3481968"/>
                  </a:lnTo>
                  <a:lnTo>
                    <a:pt x="935212" y="3458948"/>
                  </a:lnTo>
                  <a:lnTo>
                    <a:pt x="895707" y="3435028"/>
                  </a:lnTo>
                  <a:lnTo>
                    <a:pt x="856915" y="3410223"/>
                  </a:lnTo>
                  <a:lnTo>
                    <a:pt x="818844" y="3384552"/>
                  </a:lnTo>
                  <a:lnTo>
                    <a:pt x="781506" y="3358032"/>
                  </a:lnTo>
                  <a:lnTo>
                    <a:pt x="744909" y="3330681"/>
                  </a:lnTo>
                  <a:lnTo>
                    <a:pt x="709063" y="3302516"/>
                  </a:lnTo>
                  <a:lnTo>
                    <a:pt x="673978" y="3273556"/>
                  </a:lnTo>
                  <a:lnTo>
                    <a:pt x="639664" y="3243817"/>
                  </a:lnTo>
                  <a:lnTo>
                    <a:pt x="606131" y="3213316"/>
                  </a:lnTo>
                  <a:lnTo>
                    <a:pt x="573388" y="3182073"/>
                  </a:lnTo>
                  <a:lnTo>
                    <a:pt x="541445" y="3150104"/>
                  </a:lnTo>
                  <a:lnTo>
                    <a:pt x="510312" y="3117426"/>
                  </a:lnTo>
                  <a:lnTo>
                    <a:pt x="479999" y="3084058"/>
                  </a:lnTo>
                  <a:lnTo>
                    <a:pt x="450515" y="3050017"/>
                  </a:lnTo>
                  <a:lnTo>
                    <a:pt x="421870" y="3015321"/>
                  </a:lnTo>
                  <a:lnTo>
                    <a:pt x="394074" y="2979986"/>
                  </a:lnTo>
                  <a:lnTo>
                    <a:pt x="367136" y="2944031"/>
                  </a:lnTo>
                  <a:lnTo>
                    <a:pt x="341067" y="2907473"/>
                  </a:lnTo>
                  <a:lnTo>
                    <a:pt x="315875" y="2870330"/>
                  </a:lnTo>
                  <a:lnTo>
                    <a:pt x="291572" y="2832620"/>
                  </a:lnTo>
                  <a:lnTo>
                    <a:pt x="268166" y="2794359"/>
                  </a:lnTo>
                  <a:lnTo>
                    <a:pt x="245668" y="2755566"/>
                  </a:lnTo>
                  <a:lnTo>
                    <a:pt x="224087" y="2716257"/>
                  </a:lnTo>
                  <a:lnTo>
                    <a:pt x="203432" y="2676452"/>
                  </a:lnTo>
                  <a:lnTo>
                    <a:pt x="183714" y="2636166"/>
                  </a:lnTo>
                  <a:lnTo>
                    <a:pt x="164943" y="2595418"/>
                  </a:lnTo>
                  <a:lnTo>
                    <a:pt x="147127" y="2554226"/>
                  </a:lnTo>
                  <a:lnTo>
                    <a:pt x="130278" y="2512606"/>
                  </a:lnTo>
                  <a:lnTo>
                    <a:pt x="114404" y="2470577"/>
                  </a:lnTo>
                  <a:lnTo>
                    <a:pt x="99515" y="2428156"/>
                  </a:lnTo>
                  <a:lnTo>
                    <a:pt x="85622" y="2385360"/>
                  </a:lnTo>
                  <a:lnTo>
                    <a:pt x="72733" y="2342208"/>
                  </a:lnTo>
                  <a:lnTo>
                    <a:pt x="60859" y="2298716"/>
                  </a:lnTo>
                  <a:lnTo>
                    <a:pt x="50010" y="2254902"/>
                  </a:lnTo>
                  <a:lnTo>
                    <a:pt x="40194" y="2210785"/>
                  </a:lnTo>
                  <a:lnTo>
                    <a:pt x="31423" y="2166380"/>
                  </a:lnTo>
                  <a:lnTo>
                    <a:pt x="23705" y="2121707"/>
                  </a:lnTo>
                  <a:lnTo>
                    <a:pt x="17050" y="2076782"/>
                  </a:lnTo>
                  <a:lnTo>
                    <a:pt x="11469" y="2031623"/>
                  </a:lnTo>
                  <a:lnTo>
                    <a:pt x="6970" y="1986248"/>
                  </a:lnTo>
                  <a:lnTo>
                    <a:pt x="3564" y="1940675"/>
                  </a:lnTo>
                  <a:lnTo>
                    <a:pt x="1261" y="1894920"/>
                  </a:lnTo>
                  <a:lnTo>
                    <a:pt x="69" y="1849001"/>
                  </a:lnTo>
                  <a:lnTo>
                    <a:pt x="0" y="1802936"/>
                  </a:lnTo>
                  <a:lnTo>
                    <a:pt x="1062" y="1756743"/>
                  </a:lnTo>
                  <a:lnTo>
                    <a:pt x="3265" y="1710439"/>
                  </a:lnTo>
                  <a:lnTo>
                    <a:pt x="6620" y="1664041"/>
                  </a:lnTo>
                  <a:lnTo>
                    <a:pt x="11135" y="1617568"/>
                  </a:lnTo>
                  <a:lnTo>
                    <a:pt x="16821" y="1571037"/>
                  </a:lnTo>
                  <a:lnTo>
                    <a:pt x="23688" y="1524465"/>
                  </a:lnTo>
                  <a:lnTo>
                    <a:pt x="31744" y="1477869"/>
                  </a:lnTo>
                  <a:lnTo>
                    <a:pt x="41001" y="1431269"/>
                  </a:lnTo>
                  <a:lnTo>
                    <a:pt x="51467" y="1384680"/>
                  </a:lnTo>
                  <a:lnTo>
                    <a:pt x="63153" y="1338121"/>
                  </a:lnTo>
                  <a:lnTo>
                    <a:pt x="76068" y="1291609"/>
                  </a:lnTo>
                  <a:lnTo>
                    <a:pt x="90137" y="1245433"/>
                  </a:lnTo>
                  <a:lnTo>
                    <a:pt x="105269" y="1199877"/>
                  </a:lnTo>
                  <a:lnTo>
                    <a:pt x="121446" y="1154951"/>
                  </a:lnTo>
                  <a:lnTo>
                    <a:pt x="138650" y="1110665"/>
                  </a:lnTo>
                  <a:lnTo>
                    <a:pt x="156863" y="1067027"/>
                  </a:lnTo>
                  <a:lnTo>
                    <a:pt x="176068" y="1024047"/>
                  </a:lnTo>
                  <a:lnTo>
                    <a:pt x="196247" y="981736"/>
                  </a:lnTo>
                  <a:lnTo>
                    <a:pt x="217382" y="940102"/>
                  </a:lnTo>
                  <a:lnTo>
                    <a:pt x="239457" y="899156"/>
                  </a:lnTo>
                  <a:lnTo>
                    <a:pt x="262452" y="858906"/>
                  </a:lnTo>
                  <a:lnTo>
                    <a:pt x="286350" y="819363"/>
                  </a:lnTo>
                  <a:lnTo>
                    <a:pt x="311135" y="780537"/>
                  </a:lnTo>
                  <a:lnTo>
                    <a:pt x="336787" y="742436"/>
                  </a:lnTo>
                  <a:lnTo>
                    <a:pt x="363290" y="705071"/>
                  </a:lnTo>
                  <a:lnTo>
                    <a:pt x="390625" y="668450"/>
                  </a:lnTo>
                  <a:lnTo>
                    <a:pt x="418775" y="632585"/>
                  </a:lnTo>
                  <a:lnTo>
                    <a:pt x="447723" y="597483"/>
                  </a:lnTo>
                  <a:lnTo>
                    <a:pt x="477451" y="563156"/>
                  </a:lnTo>
                  <a:lnTo>
                    <a:pt x="507941" y="529612"/>
                  </a:lnTo>
                  <a:lnTo>
                    <a:pt x="539175" y="496861"/>
                  </a:lnTo>
                  <a:lnTo>
                    <a:pt x="571135" y="464913"/>
                  </a:lnTo>
                  <a:lnTo>
                    <a:pt x="603805" y="433777"/>
                  </a:lnTo>
                  <a:lnTo>
                    <a:pt x="637166" y="403464"/>
                  </a:lnTo>
                  <a:lnTo>
                    <a:pt x="671201" y="373982"/>
                  </a:lnTo>
                  <a:lnTo>
                    <a:pt x="705892" y="345341"/>
                  </a:lnTo>
                  <a:lnTo>
                    <a:pt x="741222" y="317551"/>
                  </a:lnTo>
                  <a:lnTo>
                    <a:pt x="777172" y="290622"/>
                  </a:lnTo>
                  <a:lnTo>
                    <a:pt x="813725" y="264562"/>
                  </a:lnTo>
                  <a:lnTo>
                    <a:pt x="850863" y="239383"/>
                  </a:lnTo>
                  <a:lnTo>
                    <a:pt x="888569" y="215093"/>
                  </a:lnTo>
                  <a:lnTo>
                    <a:pt x="926826" y="191701"/>
                  </a:lnTo>
                  <a:lnTo>
                    <a:pt x="965614" y="169219"/>
                  </a:lnTo>
                  <a:lnTo>
                    <a:pt x="1004918" y="147654"/>
                  </a:lnTo>
                  <a:lnTo>
                    <a:pt x="1044718" y="127017"/>
                  </a:lnTo>
                  <a:lnTo>
                    <a:pt x="1084998" y="107318"/>
                  </a:lnTo>
                  <a:lnTo>
                    <a:pt x="1125740" y="88566"/>
                  </a:lnTo>
                  <a:lnTo>
                    <a:pt x="1166925" y="70770"/>
                  </a:lnTo>
                  <a:lnTo>
                    <a:pt x="1208537" y="53941"/>
                  </a:lnTo>
                  <a:lnTo>
                    <a:pt x="1250558" y="38088"/>
                  </a:lnTo>
                  <a:lnTo>
                    <a:pt x="1292970" y="23220"/>
                  </a:lnTo>
                  <a:lnTo>
                    <a:pt x="1335755" y="9347"/>
                  </a:lnTo>
                  <a:lnTo>
                    <a:pt x="1367095" y="0"/>
                  </a:lnTo>
                  <a:lnTo>
                    <a:pt x="1367095" y="3629853"/>
                  </a:lnTo>
                  <a:lnTo>
                    <a:pt x="1362881" y="3644328"/>
                  </a:lnTo>
                  <a:close/>
                </a:path>
              </a:pathLst>
            </a:custGeom>
            <a:solidFill>
              <a:srgbClr val="0F67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15606885" y="6833634"/>
              <a:ext cx="961390" cy="961390"/>
            </a:xfrm>
            <a:custGeom>
              <a:rect b="b" l="l" r="r" t="t"/>
              <a:pathLst>
                <a:path extrusionOk="0" h="961390" w="961390">
                  <a:moveTo>
                    <a:pt x="346163" y="941832"/>
                  </a:moveTo>
                  <a:lnTo>
                    <a:pt x="301589" y="926446"/>
                  </a:lnTo>
                  <a:lnTo>
                    <a:pt x="258737" y="906764"/>
                  </a:lnTo>
                  <a:lnTo>
                    <a:pt x="218022" y="882977"/>
                  </a:lnTo>
                  <a:lnTo>
                    <a:pt x="179834" y="855313"/>
                  </a:lnTo>
                  <a:lnTo>
                    <a:pt x="144541" y="824040"/>
                  </a:lnTo>
                  <a:lnTo>
                    <a:pt x="112484" y="789458"/>
                  </a:lnTo>
                  <a:lnTo>
                    <a:pt x="83971" y="751901"/>
                  </a:lnTo>
                  <a:lnTo>
                    <a:pt x="59276" y="711729"/>
                  </a:lnTo>
                  <a:lnTo>
                    <a:pt x="38637" y="669331"/>
                  </a:lnTo>
                  <a:lnTo>
                    <a:pt x="22254" y="625113"/>
                  </a:lnTo>
                  <a:lnTo>
                    <a:pt x="10284" y="579503"/>
                  </a:lnTo>
                  <a:lnTo>
                    <a:pt x="2842" y="532939"/>
                  </a:lnTo>
                  <a:lnTo>
                    <a:pt x="0" y="485870"/>
                  </a:lnTo>
                  <a:lnTo>
                    <a:pt x="313" y="462287"/>
                  </a:lnTo>
                  <a:lnTo>
                    <a:pt x="4409" y="415311"/>
                  </a:lnTo>
                  <a:lnTo>
                    <a:pt x="13089" y="368962"/>
                  </a:lnTo>
                  <a:lnTo>
                    <a:pt x="26270" y="323687"/>
                  </a:lnTo>
                  <a:lnTo>
                    <a:pt x="43825" y="279921"/>
                  </a:lnTo>
                  <a:lnTo>
                    <a:pt x="65586" y="238087"/>
                  </a:lnTo>
                  <a:lnTo>
                    <a:pt x="91342" y="198588"/>
                  </a:lnTo>
                  <a:lnTo>
                    <a:pt x="120846" y="161803"/>
                  </a:lnTo>
                  <a:lnTo>
                    <a:pt x="153813" y="128088"/>
                  </a:lnTo>
                  <a:lnTo>
                    <a:pt x="189926" y="97766"/>
                  </a:lnTo>
                  <a:lnTo>
                    <a:pt x="228838" y="71130"/>
                  </a:lnTo>
                  <a:lnTo>
                    <a:pt x="270173" y="48436"/>
                  </a:lnTo>
                  <a:lnTo>
                    <a:pt x="313533" y="29902"/>
                  </a:lnTo>
                  <a:lnTo>
                    <a:pt x="358501" y="15709"/>
                  </a:lnTo>
                  <a:lnTo>
                    <a:pt x="404643" y="5991"/>
                  </a:lnTo>
                  <a:lnTo>
                    <a:pt x="451517" y="842"/>
                  </a:lnTo>
                  <a:lnTo>
                    <a:pt x="475086" y="0"/>
                  </a:lnTo>
                  <a:lnTo>
                    <a:pt x="498668" y="313"/>
                  </a:lnTo>
                  <a:lnTo>
                    <a:pt x="545645" y="4408"/>
                  </a:lnTo>
                  <a:lnTo>
                    <a:pt x="591995" y="13088"/>
                  </a:lnTo>
                  <a:lnTo>
                    <a:pt x="637270" y="26270"/>
                  </a:lnTo>
                  <a:lnTo>
                    <a:pt x="681035" y="43825"/>
                  </a:lnTo>
                  <a:lnTo>
                    <a:pt x="722869" y="65585"/>
                  </a:lnTo>
                  <a:lnTo>
                    <a:pt x="762368" y="91342"/>
                  </a:lnTo>
                  <a:lnTo>
                    <a:pt x="799153" y="120845"/>
                  </a:lnTo>
                  <a:lnTo>
                    <a:pt x="832868" y="153813"/>
                  </a:lnTo>
                  <a:lnTo>
                    <a:pt x="863190" y="189926"/>
                  </a:lnTo>
                  <a:lnTo>
                    <a:pt x="889827" y="228838"/>
                  </a:lnTo>
                  <a:lnTo>
                    <a:pt x="912521" y="270172"/>
                  </a:lnTo>
                  <a:lnTo>
                    <a:pt x="931054" y="313532"/>
                  </a:lnTo>
                  <a:lnTo>
                    <a:pt x="945248" y="358500"/>
                  </a:lnTo>
                  <a:lnTo>
                    <a:pt x="954965" y="404643"/>
                  </a:lnTo>
                  <a:lnTo>
                    <a:pt x="960114" y="451516"/>
                  </a:lnTo>
                  <a:lnTo>
                    <a:pt x="960957" y="475086"/>
                  </a:lnTo>
                  <a:lnTo>
                    <a:pt x="960643" y="498668"/>
                  </a:lnTo>
                  <a:lnTo>
                    <a:pt x="956548" y="545645"/>
                  </a:lnTo>
                  <a:lnTo>
                    <a:pt x="947868" y="591994"/>
                  </a:lnTo>
                  <a:lnTo>
                    <a:pt x="934687" y="637270"/>
                  </a:lnTo>
                  <a:lnTo>
                    <a:pt x="917132" y="681035"/>
                  </a:lnTo>
                  <a:lnTo>
                    <a:pt x="895371" y="722868"/>
                  </a:lnTo>
                  <a:lnTo>
                    <a:pt x="869615" y="762368"/>
                  </a:lnTo>
                  <a:lnTo>
                    <a:pt x="840111" y="799152"/>
                  </a:lnTo>
                  <a:lnTo>
                    <a:pt x="807143" y="832868"/>
                  </a:lnTo>
                  <a:lnTo>
                    <a:pt x="771030" y="863190"/>
                  </a:lnTo>
                  <a:lnTo>
                    <a:pt x="732119" y="889826"/>
                  </a:lnTo>
                  <a:lnTo>
                    <a:pt x="690784" y="912520"/>
                  </a:lnTo>
                  <a:lnTo>
                    <a:pt x="647424" y="931053"/>
                  </a:lnTo>
                  <a:lnTo>
                    <a:pt x="602456" y="945247"/>
                  </a:lnTo>
                  <a:lnTo>
                    <a:pt x="556313" y="954965"/>
                  </a:lnTo>
                  <a:lnTo>
                    <a:pt x="509440" y="960113"/>
                  </a:lnTo>
                  <a:lnTo>
                    <a:pt x="485870" y="960956"/>
                  </a:lnTo>
                  <a:lnTo>
                    <a:pt x="462288" y="960642"/>
                  </a:lnTo>
                  <a:lnTo>
                    <a:pt x="415311" y="956548"/>
                  </a:lnTo>
                  <a:lnTo>
                    <a:pt x="368962" y="947868"/>
                  </a:lnTo>
                  <a:lnTo>
                    <a:pt x="346163" y="941832"/>
                  </a:lnTo>
                  <a:close/>
                </a:path>
              </a:pathLst>
            </a:custGeom>
            <a:solidFill>
              <a:srgbClr val="035C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type="title"/>
          </p:nvPr>
        </p:nvSpPr>
        <p:spPr>
          <a:xfrm>
            <a:off x="575074" y="253486"/>
            <a:ext cx="17137851" cy="1122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819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78238" y="2564519"/>
            <a:ext cx="16582500" cy="47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254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NetStore demonstrates the practical use of TCP socket programming and client–server architecture.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Provides reliable file storage through replication across multiple servers.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marR="186880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Enhances understanding of fault tolerance, network communication, and data consistency.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marR="3619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A strong foundation for building scalable and secure distributed storage systems in the future.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4283208" y="6287321"/>
            <a:ext cx="4004853" cy="4000273"/>
            <a:chOff x="14283208" y="6287321"/>
            <a:chExt cx="4004853" cy="4000273"/>
          </a:xfrm>
        </p:grpSpPr>
        <p:sp>
          <p:nvSpPr>
            <p:cNvPr id="124" name="Google Shape;124;p14"/>
            <p:cNvSpPr/>
            <p:nvPr/>
          </p:nvSpPr>
          <p:spPr>
            <a:xfrm>
              <a:off x="14283208" y="9319219"/>
              <a:ext cx="3309620" cy="968375"/>
            </a:xfrm>
            <a:custGeom>
              <a:rect b="b" l="l" r="r" t="t"/>
              <a:pathLst>
                <a:path extrusionOk="0" h="968375" w="3309619">
                  <a:moveTo>
                    <a:pt x="0" y="967780"/>
                  </a:moveTo>
                  <a:lnTo>
                    <a:pt x="42645" y="895424"/>
                  </a:lnTo>
                  <a:lnTo>
                    <a:pt x="67429" y="856597"/>
                  </a:lnTo>
                  <a:lnTo>
                    <a:pt x="93081" y="818496"/>
                  </a:lnTo>
                  <a:lnTo>
                    <a:pt x="119584" y="781131"/>
                  </a:lnTo>
                  <a:lnTo>
                    <a:pt x="146920" y="744511"/>
                  </a:lnTo>
                  <a:lnTo>
                    <a:pt x="175070" y="708645"/>
                  </a:lnTo>
                  <a:lnTo>
                    <a:pt x="204018" y="673544"/>
                  </a:lnTo>
                  <a:lnTo>
                    <a:pt x="233745" y="639216"/>
                  </a:lnTo>
                  <a:lnTo>
                    <a:pt x="264235" y="605672"/>
                  </a:lnTo>
                  <a:lnTo>
                    <a:pt x="295469" y="572921"/>
                  </a:lnTo>
                  <a:lnTo>
                    <a:pt x="327430" y="540973"/>
                  </a:lnTo>
                  <a:lnTo>
                    <a:pt x="360100" y="509838"/>
                  </a:lnTo>
                  <a:lnTo>
                    <a:pt x="393461" y="479524"/>
                  </a:lnTo>
                  <a:lnTo>
                    <a:pt x="427496" y="450042"/>
                  </a:lnTo>
                  <a:lnTo>
                    <a:pt x="462187" y="421401"/>
                  </a:lnTo>
                  <a:lnTo>
                    <a:pt x="497516" y="393612"/>
                  </a:lnTo>
                  <a:lnTo>
                    <a:pt x="533466" y="366682"/>
                  </a:lnTo>
                  <a:lnTo>
                    <a:pt x="570019" y="340623"/>
                  </a:lnTo>
                  <a:lnTo>
                    <a:pt x="607158" y="315443"/>
                  </a:lnTo>
                  <a:lnTo>
                    <a:pt x="644864" y="291153"/>
                  </a:lnTo>
                  <a:lnTo>
                    <a:pt x="683120" y="267762"/>
                  </a:lnTo>
                  <a:lnTo>
                    <a:pt x="721909" y="245279"/>
                  </a:lnTo>
                  <a:lnTo>
                    <a:pt x="761212" y="223715"/>
                  </a:lnTo>
                  <a:lnTo>
                    <a:pt x="801013" y="203078"/>
                  </a:lnTo>
                  <a:lnTo>
                    <a:pt x="841293" y="183379"/>
                  </a:lnTo>
                  <a:lnTo>
                    <a:pt x="882034" y="164626"/>
                  </a:lnTo>
                  <a:lnTo>
                    <a:pt x="923220" y="146831"/>
                  </a:lnTo>
                  <a:lnTo>
                    <a:pt x="964832" y="130002"/>
                  </a:lnTo>
                  <a:lnTo>
                    <a:pt x="1006852" y="114148"/>
                  </a:lnTo>
                  <a:lnTo>
                    <a:pt x="1049264" y="99281"/>
                  </a:lnTo>
                  <a:lnTo>
                    <a:pt x="1092049" y="85408"/>
                  </a:lnTo>
                  <a:lnTo>
                    <a:pt x="1135190" y="72540"/>
                  </a:lnTo>
                  <a:lnTo>
                    <a:pt x="1178669" y="60687"/>
                  </a:lnTo>
                  <a:lnTo>
                    <a:pt x="1222468" y="49857"/>
                  </a:lnTo>
                  <a:lnTo>
                    <a:pt x="1266571" y="40061"/>
                  </a:lnTo>
                  <a:lnTo>
                    <a:pt x="1310958" y="31309"/>
                  </a:lnTo>
                  <a:lnTo>
                    <a:pt x="1355612" y="23609"/>
                  </a:lnTo>
                  <a:lnTo>
                    <a:pt x="1400516" y="16972"/>
                  </a:lnTo>
                  <a:lnTo>
                    <a:pt x="1445653" y="11407"/>
                  </a:lnTo>
                  <a:lnTo>
                    <a:pt x="1491003" y="6923"/>
                  </a:lnTo>
                  <a:lnTo>
                    <a:pt x="1536551" y="3531"/>
                  </a:lnTo>
                  <a:lnTo>
                    <a:pt x="1582277" y="1240"/>
                  </a:lnTo>
                  <a:lnTo>
                    <a:pt x="1628165" y="60"/>
                  </a:lnTo>
                  <a:lnTo>
                    <a:pt x="1674196" y="0"/>
                  </a:lnTo>
                  <a:lnTo>
                    <a:pt x="1720354" y="1069"/>
                  </a:lnTo>
                  <a:lnTo>
                    <a:pt x="1766620" y="3278"/>
                  </a:lnTo>
                  <a:lnTo>
                    <a:pt x="1812977" y="6636"/>
                  </a:lnTo>
                  <a:lnTo>
                    <a:pt x="1859407" y="11153"/>
                  </a:lnTo>
                  <a:lnTo>
                    <a:pt x="1905892" y="16838"/>
                  </a:lnTo>
                  <a:lnTo>
                    <a:pt x="1952415" y="23701"/>
                  </a:lnTo>
                  <a:lnTo>
                    <a:pt x="1998958" y="31751"/>
                  </a:lnTo>
                  <a:lnTo>
                    <a:pt x="2045503" y="40999"/>
                  </a:lnTo>
                  <a:lnTo>
                    <a:pt x="2092033" y="51453"/>
                  </a:lnTo>
                  <a:lnTo>
                    <a:pt x="2138530" y="63124"/>
                  </a:lnTo>
                  <a:lnTo>
                    <a:pt x="2184977" y="76021"/>
                  </a:lnTo>
                  <a:lnTo>
                    <a:pt x="2231153" y="90090"/>
                  </a:lnTo>
                  <a:lnTo>
                    <a:pt x="2276709" y="105219"/>
                  </a:lnTo>
                  <a:lnTo>
                    <a:pt x="2321637" y="121391"/>
                  </a:lnTo>
                  <a:lnTo>
                    <a:pt x="2365926" y="138588"/>
                  </a:lnTo>
                  <a:lnTo>
                    <a:pt x="2409566" y="156793"/>
                  </a:lnTo>
                  <a:lnTo>
                    <a:pt x="2452548" y="175988"/>
                  </a:lnTo>
                  <a:lnTo>
                    <a:pt x="2494863" y="196155"/>
                  </a:lnTo>
                  <a:lnTo>
                    <a:pt x="2536501" y="217278"/>
                  </a:lnTo>
                  <a:lnTo>
                    <a:pt x="2577451" y="239338"/>
                  </a:lnTo>
                  <a:lnTo>
                    <a:pt x="2617705" y="262318"/>
                  </a:lnTo>
                  <a:lnTo>
                    <a:pt x="2657252" y="286200"/>
                  </a:lnTo>
                  <a:lnTo>
                    <a:pt x="2696084" y="310967"/>
                  </a:lnTo>
                  <a:lnTo>
                    <a:pt x="2734190" y="336601"/>
                  </a:lnTo>
                  <a:lnTo>
                    <a:pt x="2771561" y="363084"/>
                  </a:lnTo>
                  <a:lnTo>
                    <a:pt x="2808187" y="390400"/>
                  </a:lnTo>
                  <a:lnTo>
                    <a:pt x="2844059" y="418529"/>
                  </a:lnTo>
                  <a:lnTo>
                    <a:pt x="2879167" y="447456"/>
                  </a:lnTo>
                  <a:lnTo>
                    <a:pt x="2913500" y="477162"/>
                  </a:lnTo>
                  <a:lnTo>
                    <a:pt x="2947051" y="507630"/>
                  </a:lnTo>
                  <a:lnTo>
                    <a:pt x="2979808" y="538842"/>
                  </a:lnTo>
                  <a:lnTo>
                    <a:pt x="3011762" y="570780"/>
                  </a:lnTo>
                  <a:lnTo>
                    <a:pt x="3042905" y="603428"/>
                  </a:lnTo>
                  <a:lnTo>
                    <a:pt x="3073225" y="636766"/>
                  </a:lnTo>
                  <a:lnTo>
                    <a:pt x="3102713" y="670779"/>
                  </a:lnTo>
                  <a:lnTo>
                    <a:pt x="3131360" y="705448"/>
                  </a:lnTo>
                  <a:lnTo>
                    <a:pt x="3159157" y="740756"/>
                  </a:lnTo>
                  <a:lnTo>
                    <a:pt x="3186092" y="776684"/>
                  </a:lnTo>
                  <a:lnTo>
                    <a:pt x="3212158" y="813217"/>
                  </a:lnTo>
                  <a:lnTo>
                    <a:pt x="3237343" y="850335"/>
                  </a:lnTo>
                  <a:lnTo>
                    <a:pt x="3261639" y="888022"/>
                  </a:lnTo>
                  <a:lnTo>
                    <a:pt x="3285036" y="926260"/>
                  </a:lnTo>
                  <a:lnTo>
                    <a:pt x="3309033" y="967780"/>
                  </a:lnTo>
                  <a:lnTo>
                    <a:pt x="0" y="967780"/>
                  </a:lnTo>
                  <a:close/>
                </a:path>
              </a:pathLst>
            </a:custGeom>
            <a:solidFill>
              <a:srgbClr val="123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16920906" y="6287321"/>
              <a:ext cx="1367155" cy="3644900"/>
            </a:xfrm>
            <a:custGeom>
              <a:rect b="b" l="l" r="r" t="t"/>
              <a:pathLst>
                <a:path extrusionOk="0" h="3644900" w="1367155">
                  <a:moveTo>
                    <a:pt x="1362881" y="3644328"/>
                  </a:moveTo>
                  <a:lnTo>
                    <a:pt x="1321201" y="3631563"/>
                  </a:lnTo>
                  <a:lnTo>
                    <a:pt x="1275724" y="3616388"/>
                  </a:lnTo>
                  <a:lnTo>
                    <a:pt x="1230872" y="3600170"/>
                  </a:lnTo>
                  <a:lnTo>
                    <a:pt x="1186654" y="3582928"/>
                  </a:lnTo>
                  <a:lnTo>
                    <a:pt x="1142793" y="3564551"/>
                  </a:lnTo>
                  <a:lnTo>
                    <a:pt x="1100160" y="3545442"/>
                  </a:lnTo>
                  <a:lnTo>
                    <a:pt x="1057903" y="3525232"/>
                  </a:lnTo>
                  <a:lnTo>
                    <a:pt x="1016320" y="3504068"/>
                  </a:lnTo>
                  <a:lnTo>
                    <a:pt x="975420" y="3481968"/>
                  </a:lnTo>
                  <a:lnTo>
                    <a:pt x="935212" y="3458948"/>
                  </a:lnTo>
                  <a:lnTo>
                    <a:pt x="895707" y="3435028"/>
                  </a:lnTo>
                  <a:lnTo>
                    <a:pt x="856915" y="3410223"/>
                  </a:lnTo>
                  <a:lnTo>
                    <a:pt x="818844" y="3384552"/>
                  </a:lnTo>
                  <a:lnTo>
                    <a:pt x="781506" y="3358032"/>
                  </a:lnTo>
                  <a:lnTo>
                    <a:pt x="744909" y="3330681"/>
                  </a:lnTo>
                  <a:lnTo>
                    <a:pt x="709063" y="3302516"/>
                  </a:lnTo>
                  <a:lnTo>
                    <a:pt x="673978" y="3273556"/>
                  </a:lnTo>
                  <a:lnTo>
                    <a:pt x="639664" y="3243817"/>
                  </a:lnTo>
                  <a:lnTo>
                    <a:pt x="606131" y="3213316"/>
                  </a:lnTo>
                  <a:lnTo>
                    <a:pt x="573388" y="3182073"/>
                  </a:lnTo>
                  <a:lnTo>
                    <a:pt x="541445" y="3150104"/>
                  </a:lnTo>
                  <a:lnTo>
                    <a:pt x="510312" y="3117426"/>
                  </a:lnTo>
                  <a:lnTo>
                    <a:pt x="479999" y="3084058"/>
                  </a:lnTo>
                  <a:lnTo>
                    <a:pt x="450515" y="3050017"/>
                  </a:lnTo>
                  <a:lnTo>
                    <a:pt x="421870" y="3015321"/>
                  </a:lnTo>
                  <a:lnTo>
                    <a:pt x="394074" y="2979986"/>
                  </a:lnTo>
                  <a:lnTo>
                    <a:pt x="367136" y="2944031"/>
                  </a:lnTo>
                  <a:lnTo>
                    <a:pt x="341067" y="2907473"/>
                  </a:lnTo>
                  <a:lnTo>
                    <a:pt x="315875" y="2870330"/>
                  </a:lnTo>
                  <a:lnTo>
                    <a:pt x="291572" y="2832620"/>
                  </a:lnTo>
                  <a:lnTo>
                    <a:pt x="268166" y="2794359"/>
                  </a:lnTo>
                  <a:lnTo>
                    <a:pt x="245668" y="2755566"/>
                  </a:lnTo>
                  <a:lnTo>
                    <a:pt x="224087" y="2716257"/>
                  </a:lnTo>
                  <a:lnTo>
                    <a:pt x="203432" y="2676452"/>
                  </a:lnTo>
                  <a:lnTo>
                    <a:pt x="183714" y="2636166"/>
                  </a:lnTo>
                  <a:lnTo>
                    <a:pt x="164943" y="2595418"/>
                  </a:lnTo>
                  <a:lnTo>
                    <a:pt x="147127" y="2554226"/>
                  </a:lnTo>
                  <a:lnTo>
                    <a:pt x="130278" y="2512606"/>
                  </a:lnTo>
                  <a:lnTo>
                    <a:pt x="114404" y="2470577"/>
                  </a:lnTo>
                  <a:lnTo>
                    <a:pt x="99515" y="2428156"/>
                  </a:lnTo>
                  <a:lnTo>
                    <a:pt x="85622" y="2385360"/>
                  </a:lnTo>
                  <a:lnTo>
                    <a:pt x="72733" y="2342208"/>
                  </a:lnTo>
                  <a:lnTo>
                    <a:pt x="60859" y="2298716"/>
                  </a:lnTo>
                  <a:lnTo>
                    <a:pt x="50010" y="2254902"/>
                  </a:lnTo>
                  <a:lnTo>
                    <a:pt x="40194" y="2210785"/>
                  </a:lnTo>
                  <a:lnTo>
                    <a:pt x="31423" y="2166380"/>
                  </a:lnTo>
                  <a:lnTo>
                    <a:pt x="23705" y="2121707"/>
                  </a:lnTo>
                  <a:lnTo>
                    <a:pt x="17050" y="2076782"/>
                  </a:lnTo>
                  <a:lnTo>
                    <a:pt x="11469" y="2031623"/>
                  </a:lnTo>
                  <a:lnTo>
                    <a:pt x="6970" y="1986248"/>
                  </a:lnTo>
                  <a:lnTo>
                    <a:pt x="3564" y="1940675"/>
                  </a:lnTo>
                  <a:lnTo>
                    <a:pt x="1261" y="1894920"/>
                  </a:lnTo>
                  <a:lnTo>
                    <a:pt x="69" y="1849001"/>
                  </a:lnTo>
                  <a:lnTo>
                    <a:pt x="0" y="1802936"/>
                  </a:lnTo>
                  <a:lnTo>
                    <a:pt x="1062" y="1756743"/>
                  </a:lnTo>
                  <a:lnTo>
                    <a:pt x="3265" y="1710439"/>
                  </a:lnTo>
                  <a:lnTo>
                    <a:pt x="6620" y="1664041"/>
                  </a:lnTo>
                  <a:lnTo>
                    <a:pt x="11135" y="1617568"/>
                  </a:lnTo>
                  <a:lnTo>
                    <a:pt x="16821" y="1571037"/>
                  </a:lnTo>
                  <a:lnTo>
                    <a:pt x="23688" y="1524465"/>
                  </a:lnTo>
                  <a:lnTo>
                    <a:pt x="31744" y="1477869"/>
                  </a:lnTo>
                  <a:lnTo>
                    <a:pt x="41001" y="1431269"/>
                  </a:lnTo>
                  <a:lnTo>
                    <a:pt x="51467" y="1384680"/>
                  </a:lnTo>
                  <a:lnTo>
                    <a:pt x="63153" y="1338121"/>
                  </a:lnTo>
                  <a:lnTo>
                    <a:pt x="76068" y="1291609"/>
                  </a:lnTo>
                  <a:lnTo>
                    <a:pt x="90137" y="1245433"/>
                  </a:lnTo>
                  <a:lnTo>
                    <a:pt x="105269" y="1199877"/>
                  </a:lnTo>
                  <a:lnTo>
                    <a:pt x="121446" y="1154951"/>
                  </a:lnTo>
                  <a:lnTo>
                    <a:pt x="138650" y="1110665"/>
                  </a:lnTo>
                  <a:lnTo>
                    <a:pt x="156863" y="1067027"/>
                  </a:lnTo>
                  <a:lnTo>
                    <a:pt x="176068" y="1024047"/>
                  </a:lnTo>
                  <a:lnTo>
                    <a:pt x="196247" y="981736"/>
                  </a:lnTo>
                  <a:lnTo>
                    <a:pt x="217382" y="940102"/>
                  </a:lnTo>
                  <a:lnTo>
                    <a:pt x="239457" y="899156"/>
                  </a:lnTo>
                  <a:lnTo>
                    <a:pt x="262452" y="858906"/>
                  </a:lnTo>
                  <a:lnTo>
                    <a:pt x="286350" y="819363"/>
                  </a:lnTo>
                  <a:lnTo>
                    <a:pt x="311135" y="780537"/>
                  </a:lnTo>
                  <a:lnTo>
                    <a:pt x="336787" y="742436"/>
                  </a:lnTo>
                  <a:lnTo>
                    <a:pt x="363290" y="705071"/>
                  </a:lnTo>
                  <a:lnTo>
                    <a:pt x="390625" y="668450"/>
                  </a:lnTo>
                  <a:lnTo>
                    <a:pt x="418775" y="632585"/>
                  </a:lnTo>
                  <a:lnTo>
                    <a:pt x="447723" y="597483"/>
                  </a:lnTo>
                  <a:lnTo>
                    <a:pt x="477451" y="563156"/>
                  </a:lnTo>
                  <a:lnTo>
                    <a:pt x="507941" y="529612"/>
                  </a:lnTo>
                  <a:lnTo>
                    <a:pt x="539175" y="496861"/>
                  </a:lnTo>
                  <a:lnTo>
                    <a:pt x="571135" y="464913"/>
                  </a:lnTo>
                  <a:lnTo>
                    <a:pt x="603805" y="433777"/>
                  </a:lnTo>
                  <a:lnTo>
                    <a:pt x="637166" y="403464"/>
                  </a:lnTo>
                  <a:lnTo>
                    <a:pt x="671201" y="373982"/>
                  </a:lnTo>
                  <a:lnTo>
                    <a:pt x="705892" y="345341"/>
                  </a:lnTo>
                  <a:lnTo>
                    <a:pt x="741222" y="317551"/>
                  </a:lnTo>
                  <a:lnTo>
                    <a:pt x="777172" y="290622"/>
                  </a:lnTo>
                  <a:lnTo>
                    <a:pt x="813725" y="264562"/>
                  </a:lnTo>
                  <a:lnTo>
                    <a:pt x="850863" y="239383"/>
                  </a:lnTo>
                  <a:lnTo>
                    <a:pt x="888569" y="215093"/>
                  </a:lnTo>
                  <a:lnTo>
                    <a:pt x="926826" y="191701"/>
                  </a:lnTo>
                  <a:lnTo>
                    <a:pt x="965614" y="169219"/>
                  </a:lnTo>
                  <a:lnTo>
                    <a:pt x="1004918" y="147654"/>
                  </a:lnTo>
                  <a:lnTo>
                    <a:pt x="1044718" y="127017"/>
                  </a:lnTo>
                  <a:lnTo>
                    <a:pt x="1084998" y="107318"/>
                  </a:lnTo>
                  <a:lnTo>
                    <a:pt x="1125740" y="88566"/>
                  </a:lnTo>
                  <a:lnTo>
                    <a:pt x="1166925" y="70770"/>
                  </a:lnTo>
                  <a:lnTo>
                    <a:pt x="1208537" y="53941"/>
                  </a:lnTo>
                  <a:lnTo>
                    <a:pt x="1250558" y="38088"/>
                  </a:lnTo>
                  <a:lnTo>
                    <a:pt x="1292970" y="23220"/>
                  </a:lnTo>
                  <a:lnTo>
                    <a:pt x="1335755" y="9347"/>
                  </a:lnTo>
                  <a:lnTo>
                    <a:pt x="1367095" y="0"/>
                  </a:lnTo>
                  <a:lnTo>
                    <a:pt x="1367095" y="3629853"/>
                  </a:lnTo>
                  <a:lnTo>
                    <a:pt x="1362881" y="3644328"/>
                  </a:lnTo>
                  <a:close/>
                </a:path>
              </a:pathLst>
            </a:custGeom>
            <a:solidFill>
              <a:srgbClr val="0F67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15606885" y="6833634"/>
              <a:ext cx="961390" cy="961390"/>
            </a:xfrm>
            <a:custGeom>
              <a:rect b="b" l="l" r="r" t="t"/>
              <a:pathLst>
                <a:path extrusionOk="0" h="961390" w="961390">
                  <a:moveTo>
                    <a:pt x="346163" y="941832"/>
                  </a:moveTo>
                  <a:lnTo>
                    <a:pt x="301589" y="926446"/>
                  </a:lnTo>
                  <a:lnTo>
                    <a:pt x="258737" y="906764"/>
                  </a:lnTo>
                  <a:lnTo>
                    <a:pt x="218022" y="882977"/>
                  </a:lnTo>
                  <a:lnTo>
                    <a:pt x="179834" y="855313"/>
                  </a:lnTo>
                  <a:lnTo>
                    <a:pt x="144541" y="824040"/>
                  </a:lnTo>
                  <a:lnTo>
                    <a:pt x="112484" y="789458"/>
                  </a:lnTo>
                  <a:lnTo>
                    <a:pt x="83971" y="751901"/>
                  </a:lnTo>
                  <a:lnTo>
                    <a:pt x="59276" y="711729"/>
                  </a:lnTo>
                  <a:lnTo>
                    <a:pt x="38637" y="669331"/>
                  </a:lnTo>
                  <a:lnTo>
                    <a:pt x="22254" y="625113"/>
                  </a:lnTo>
                  <a:lnTo>
                    <a:pt x="10284" y="579503"/>
                  </a:lnTo>
                  <a:lnTo>
                    <a:pt x="2842" y="532939"/>
                  </a:lnTo>
                  <a:lnTo>
                    <a:pt x="0" y="485870"/>
                  </a:lnTo>
                  <a:lnTo>
                    <a:pt x="313" y="462287"/>
                  </a:lnTo>
                  <a:lnTo>
                    <a:pt x="4409" y="415311"/>
                  </a:lnTo>
                  <a:lnTo>
                    <a:pt x="13089" y="368962"/>
                  </a:lnTo>
                  <a:lnTo>
                    <a:pt x="26270" y="323687"/>
                  </a:lnTo>
                  <a:lnTo>
                    <a:pt x="43825" y="279921"/>
                  </a:lnTo>
                  <a:lnTo>
                    <a:pt x="65586" y="238087"/>
                  </a:lnTo>
                  <a:lnTo>
                    <a:pt x="91342" y="198588"/>
                  </a:lnTo>
                  <a:lnTo>
                    <a:pt x="120846" y="161803"/>
                  </a:lnTo>
                  <a:lnTo>
                    <a:pt x="153813" y="128088"/>
                  </a:lnTo>
                  <a:lnTo>
                    <a:pt x="189926" y="97766"/>
                  </a:lnTo>
                  <a:lnTo>
                    <a:pt x="228838" y="71130"/>
                  </a:lnTo>
                  <a:lnTo>
                    <a:pt x="270173" y="48436"/>
                  </a:lnTo>
                  <a:lnTo>
                    <a:pt x="313533" y="29902"/>
                  </a:lnTo>
                  <a:lnTo>
                    <a:pt x="358501" y="15709"/>
                  </a:lnTo>
                  <a:lnTo>
                    <a:pt x="404643" y="5991"/>
                  </a:lnTo>
                  <a:lnTo>
                    <a:pt x="451517" y="842"/>
                  </a:lnTo>
                  <a:lnTo>
                    <a:pt x="475086" y="0"/>
                  </a:lnTo>
                  <a:lnTo>
                    <a:pt x="498668" y="313"/>
                  </a:lnTo>
                  <a:lnTo>
                    <a:pt x="545645" y="4408"/>
                  </a:lnTo>
                  <a:lnTo>
                    <a:pt x="591995" y="13088"/>
                  </a:lnTo>
                  <a:lnTo>
                    <a:pt x="637270" y="26270"/>
                  </a:lnTo>
                  <a:lnTo>
                    <a:pt x="681035" y="43825"/>
                  </a:lnTo>
                  <a:lnTo>
                    <a:pt x="722869" y="65585"/>
                  </a:lnTo>
                  <a:lnTo>
                    <a:pt x="762368" y="91342"/>
                  </a:lnTo>
                  <a:lnTo>
                    <a:pt x="799153" y="120845"/>
                  </a:lnTo>
                  <a:lnTo>
                    <a:pt x="832868" y="153813"/>
                  </a:lnTo>
                  <a:lnTo>
                    <a:pt x="863190" y="189926"/>
                  </a:lnTo>
                  <a:lnTo>
                    <a:pt x="889827" y="228838"/>
                  </a:lnTo>
                  <a:lnTo>
                    <a:pt x="912521" y="270172"/>
                  </a:lnTo>
                  <a:lnTo>
                    <a:pt x="931054" y="313532"/>
                  </a:lnTo>
                  <a:lnTo>
                    <a:pt x="945248" y="358500"/>
                  </a:lnTo>
                  <a:lnTo>
                    <a:pt x="954965" y="404643"/>
                  </a:lnTo>
                  <a:lnTo>
                    <a:pt x="960114" y="451516"/>
                  </a:lnTo>
                  <a:lnTo>
                    <a:pt x="960957" y="475086"/>
                  </a:lnTo>
                  <a:lnTo>
                    <a:pt x="960643" y="498668"/>
                  </a:lnTo>
                  <a:lnTo>
                    <a:pt x="956548" y="545645"/>
                  </a:lnTo>
                  <a:lnTo>
                    <a:pt x="947868" y="591994"/>
                  </a:lnTo>
                  <a:lnTo>
                    <a:pt x="934687" y="637270"/>
                  </a:lnTo>
                  <a:lnTo>
                    <a:pt x="917132" y="681035"/>
                  </a:lnTo>
                  <a:lnTo>
                    <a:pt x="895371" y="722868"/>
                  </a:lnTo>
                  <a:lnTo>
                    <a:pt x="869615" y="762368"/>
                  </a:lnTo>
                  <a:lnTo>
                    <a:pt x="840111" y="799152"/>
                  </a:lnTo>
                  <a:lnTo>
                    <a:pt x="807143" y="832868"/>
                  </a:lnTo>
                  <a:lnTo>
                    <a:pt x="771030" y="863190"/>
                  </a:lnTo>
                  <a:lnTo>
                    <a:pt x="732119" y="889826"/>
                  </a:lnTo>
                  <a:lnTo>
                    <a:pt x="690784" y="912520"/>
                  </a:lnTo>
                  <a:lnTo>
                    <a:pt x="647424" y="931053"/>
                  </a:lnTo>
                  <a:lnTo>
                    <a:pt x="602456" y="945247"/>
                  </a:lnTo>
                  <a:lnTo>
                    <a:pt x="556313" y="954965"/>
                  </a:lnTo>
                  <a:lnTo>
                    <a:pt x="509440" y="960113"/>
                  </a:lnTo>
                  <a:lnTo>
                    <a:pt x="485870" y="960956"/>
                  </a:lnTo>
                  <a:lnTo>
                    <a:pt x="462288" y="960642"/>
                  </a:lnTo>
                  <a:lnTo>
                    <a:pt x="415311" y="956548"/>
                  </a:lnTo>
                  <a:lnTo>
                    <a:pt x="368962" y="947868"/>
                  </a:lnTo>
                  <a:lnTo>
                    <a:pt x="346163" y="941832"/>
                  </a:lnTo>
                  <a:close/>
                </a:path>
              </a:pathLst>
            </a:custGeom>
            <a:solidFill>
              <a:srgbClr val="035C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/>
          <p:nvPr>
            <p:ph type="title"/>
          </p:nvPr>
        </p:nvSpPr>
        <p:spPr>
          <a:xfrm>
            <a:off x="575074" y="253486"/>
            <a:ext cx="17137851" cy="1122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222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78250" y="2596950"/>
            <a:ext cx="14650800" cy="3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25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 u="sng">
                <a:latin typeface="Verdana"/>
                <a:ea typeface="Verdana"/>
                <a:cs typeface="Verdana"/>
                <a:sym typeface="Verdana"/>
              </a:rPr>
              <a:t>https://</a:t>
            </a:r>
            <a:r>
              <a:rPr lang="en-US" sz="31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www.geeksforgeeks.org/socket-programming-in-node-js/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marR="5120005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 u="sng">
                <a:latin typeface="Verdana"/>
                <a:ea typeface="Verdana"/>
                <a:cs typeface="Verdana"/>
                <a:sym typeface="Verdana"/>
              </a:rPr>
              <a:t>https://developer.mozilla.org/en-US/</a:t>
            </a: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 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marR="5120005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 u="sng">
                <a:latin typeface="Verdana"/>
                <a:ea typeface="Verdana"/>
                <a:cs typeface="Verdana"/>
                <a:sym typeface="Verdana"/>
              </a:rPr>
              <a:t>https://</a:t>
            </a:r>
            <a:r>
              <a:rPr lang="en-US" sz="31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www.npmjs.com/</a:t>
            </a:r>
            <a:r>
              <a:rPr lang="en-US" sz="3100">
                <a:latin typeface="Verdana"/>
                <a:ea typeface="Verdana"/>
                <a:cs typeface="Verdana"/>
                <a:sym typeface="Verdana"/>
              </a:rPr>
              <a:t> 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  <a:p>
            <a:pPr indent="-425450" lvl="0" marL="457200" marR="5120005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Verdana"/>
              <a:buChar char="●"/>
            </a:pPr>
            <a:r>
              <a:rPr lang="en-US" sz="3100" u="sng">
                <a:latin typeface="Verdana"/>
                <a:ea typeface="Verdana"/>
                <a:cs typeface="Verdana"/>
                <a:sym typeface="Verdana"/>
              </a:rPr>
              <a:t>https://</a:t>
            </a:r>
            <a:r>
              <a:rPr lang="en-US" sz="31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www.rfc-editor.org/rfc/rfc2616</a:t>
            </a:r>
            <a:endParaRPr sz="31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33" name="Google Shape;133;p15"/>
          <p:cNvGrpSpPr/>
          <p:nvPr/>
        </p:nvGrpSpPr>
        <p:grpSpPr>
          <a:xfrm>
            <a:off x="14283208" y="6287321"/>
            <a:ext cx="4004853" cy="4000273"/>
            <a:chOff x="14283208" y="6287321"/>
            <a:chExt cx="4004853" cy="4000273"/>
          </a:xfrm>
        </p:grpSpPr>
        <p:sp>
          <p:nvSpPr>
            <p:cNvPr id="134" name="Google Shape;134;p15"/>
            <p:cNvSpPr/>
            <p:nvPr/>
          </p:nvSpPr>
          <p:spPr>
            <a:xfrm>
              <a:off x="14283208" y="9319219"/>
              <a:ext cx="3309620" cy="968375"/>
            </a:xfrm>
            <a:custGeom>
              <a:rect b="b" l="l" r="r" t="t"/>
              <a:pathLst>
                <a:path extrusionOk="0" h="968375" w="3309619">
                  <a:moveTo>
                    <a:pt x="0" y="967780"/>
                  </a:moveTo>
                  <a:lnTo>
                    <a:pt x="42645" y="895424"/>
                  </a:lnTo>
                  <a:lnTo>
                    <a:pt x="67429" y="856597"/>
                  </a:lnTo>
                  <a:lnTo>
                    <a:pt x="93081" y="818496"/>
                  </a:lnTo>
                  <a:lnTo>
                    <a:pt x="119584" y="781131"/>
                  </a:lnTo>
                  <a:lnTo>
                    <a:pt x="146920" y="744511"/>
                  </a:lnTo>
                  <a:lnTo>
                    <a:pt x="175070" y="708645"/>
                  </a:lnTo>
                  <a:lnTo>
                    <a:pt x="204018" y="673544"/>
                  </a:lnTo>
                  <a:lnTo>
                    <a:pt x="233745" y="639216"/>
                  </a:lnTo>
                  <a:lnTo>
                    <a:pt x="264235" y="605672"/>
                  </a:lnTo>
                  <a:lnTo>
                    <a:pt x="295469" y="572921"/>
                  </a:lnTo>
                  <a:lnTo>
                    <a:pt x="327430" y="540973"/>
                  </a:lnTo>
                  <a:lnTo>
                    <a:pt x="360100" y="509838"/>
                  </a:lnTo>
                  <a:lnTo>
                    <a:pt x="393461" y="479524"/>
                  </a:lnTo>
                  <a:lnTo>
                    <a:pt x="427496" y="450042"/>
                  </a:lnTo>
                  <a:lnTo>
                    <a:pt x="462187" y="421401"/>
                  </a:lnTo>
                  <a:lnTo>
                    <a:pt x="497516" y="393612"/>
                  </a:lnTo>
                  <a:lnTo>
                    <a:pt x="533466" y="366682"/>
                  </a:lnTo>
                  <a:lnTo>
                    <a:pt x="570019" y="340623"/>
                  </a:lnTo>
                  <a:lnTo>
                    <a:pt x="607158" y="315443"/>
                  </a:lnTo>
                  <a:lnTo>
                    <a:pt x="644864" y="291153"/>
                  </a:lnTo>
                  <a:lnTo>
                    <a:pt x="683120" y="267762"/>
                  </a:lnTo>
                  <a:lnTo>
                    <a:pt x="721909" y="245279"/>
                  </a:lnTo>
                  <a:lnTo>
                    <a:pt x="761212" y="223715"/>
                  </a:lnTo>
                  <a:lnTo>
                    <a:pt x="801013" y="203078"/>
                  </a:lnTo>
                  <a:lnTo>
                    <a:pt x="841293" y="183379"/>
                  </a:lnTo>
                  <a:lnTo>
                    <a:pt x="882034" y="164626"/>
                  </a:lnTo>
                  <a:lnTo>
                    <a:pt x="923220" y="146831"/>
                  </a:lnTo>
                  <a:lnTo>
                    <a:pt x="964832" y="130002"/>
                  </a:lnTo>
                  <a:lnTo>
                    <a:pt x="1006852" y="114148"/>
                  </a:lnTo>
                  <a:lnTo>
                    <a:pt x="1049264" y="99281"/>
                  </a:lnTo>
                  <a:lnTo>
                    <a:pt x="1092049" y="85408"/>
                  </a:lnTo>
                  <a:lnTo>
                    <a:pt x="1135190" y="72540"/>
                  </a:lnTo>
                  <a:lnTo>
                    <a:pt x="1178669" y="60687"/>
                  </a:lnTo>
                  <a:lnTo>
                    <a:pt x="1222468" y="49857"/>
                  </a:lnTo>
                  <a:lnTo>
                    <a:pt x="1266571" y="40061"/>
                  </a:lnTo>
                  <a:lnTo>
                    <a:pt x="1310958" y="31309"/>
                  </a:lnTo>
                  <a:lnTo>
                    <a:pt x="1355612" y="23609"/>
                  </a:lnTo>
                  <a:lnTo>
                    <a:pt x="1400516" y="16972"/>
                  </a:lnTo>
                  <a:lnTo>
                    <a:pt x="1445653" y="11407"/>
                  </a:lnTo>
                  <a:lnTo>
                    <a:pt x="1491003" y="6923"/>
                  </a:lnTo>
                  <a:lnTo>
                    <a:pt x="1536551" y="3531"/>
                  </a:lnTo>
                  <a:lnTo>
                    <a:pt x="1582277" y="1240"/>
                  </a:lnTo>
                  <a:lnTo>
                    <a:pt x="1628165" y="60"/>
                  </a:lnTo>
                  <a:lnTo>
                    <a:pt x="1674196" y="0"/>
                  </a:lnTo>
                  <a:lnTo>
                    <a:pt x="1720354" y="1069"/>
                  </a:lnTo>
                  <a:lnTo>
                    <a:pt x="1766620" y="3278"/>
                  </a:lnTo>
                  <a:lnTo>
                    <a:pt x="1812977" y="6636"/>
                  </a:lnTo>
                  <a:lnTo>
                    <a:pt x="1859407" y="11153"/>
                  </a:lnTo>
                  <a:lnTo>
                    <a:pt x="1905892" y="16838"/>
                  </a:lnTo>
                  <a:lnTo>
                    <a:pt x="1952415" y="23701"/>
                  </a:lnTo>
                  <a:lnTo>
                    <a:pt x="1998958" y="31751"/>
                  </a:lnTo>
                  <a:lnTo>
                    <a:pt x="2045503" y="40999"/>
                  </a:lnTo>
                  <a:lnTo>
                    <a:pt x="2092033" y="51453"/>
                  </a:lnTo>
                  <a:lnTo>
                    <a:pt x="2138530" y="63124"/>
                  </a:lnTo>
                  <a:lnTo>
                    <a:pt x="2184977" y="76021"/>
                  </a:lnTo>
                  <a:lnTo>
                    <a:pt x="2231153" y="90090"/>
                  </a:lnTo>
                  <a:lnTo>
                    <a:pt x="2276709" y="105219"/>
                  </a:lnTo>
                  <a:lnTo>
                    <a:pt x="2321637" y="121391"/>
                  </a:lnTo>
                  <a:lnTo>
                    <a:pt x="2365926" y="138588"/>
                  </a:lnTo>
                  <a:lnTo>
                    <a:pt x="2409566" y="156793"/>
                  </a:lnTo>
                  <a:lnTo>
                    <a:pt x="2452548" y="175988"/>
                  </a:lnTo>
                  <a:lnTo>
                    <a:pt x="2494863" y="196155"/>
                  </a:lnTo>
                  <a:lnTo>
                    <a:pt x="2536501" y="217278"/>
                  </a:lnTo>
                  <a:lnTo>
                    <a:pt x="2577451" y="239338"/>
                  </a:lnTo>
                  <a:lnTo>
                    <a:pt x="2617705" y="262318"/>
                  </a:lnTo>
                  <a:lnTo>
                    <a:pt x="2657252" y="286200"/>
                  </a:lnTo>
                  <a:lnTo>
                    <a:pt x="2696084" y="310967"/>
                  </a:lnTo>
                  <a:lnTo>
                    <a:pt x="2734190" y="336601"/>
                  </a:lnTo>
                  <a:lnTo>
                    <a:pt x="2771561" y="363084"/>
                  </a:lnTo>
                  <a:lnTo>
                    <a:pt x="2808187" y="390400"/>
                  </a:lnTo>
                  <a:lnTo>
                    <a:pt x="2844059" y="418529"/>
                  </a:lnTo>
                  <a:lnTo>
                    <a:pt x="2879167" y="447456"/>
                  </a:lnTo>
                  <a:lnTo>
                    <a:pt x="2913500" y="477162"/>
                  </a:lnTo>
                  <a:lnTo>
                    <a:pt x="2947051" y="507630"/>
                  </a:lnTo>
                  <a:lnTo>
                    <a:pt x="2979808" y="538842"/>
                  </a:lnTo>
                  <a:lnTo>
                    <a:pt x="3011762" y="570780"/>
                  </a:lnTo>
                  <a:lnTo>
                    <a:pt x="3042905" y="603428"/>
                  </a:lnTo>
                  <a:lnTo>
                    <a:pt x="3073225" y="636766"/>
                  </a:lnTo>
                  <a:lnTo>
                    <a:pt x="3102713" y="670779"/>
                  </a:lnTo>
                  <a:lnTo>
                    <a:pt x="3131360" y="705448"/>
                  </a:lnTo>
                  <a:lnTo>
                    <a:pt x="3159157" y="740756"/>
                  </a:lnTo>
                  <a:lnTo>
                    <a:pt x="3186092" y="776684"/>
                  </a:lnTo>
                  <a:lnTo>
                    <a:pt x="3212158" y="813217"/>
                  </a:lnTo>
                  <a:lnTo>
                    <a:pt x="3237343" y="850335"/>
                  </a:lnTo>
                  <a:lnTo>
                    <a:pt x="3261639" y="888022"/>
                  </a:lnTo>
                  <a:lnTo>
                    <a:pt x="3285036" y="926260"/>
                  </a:lnTo>
                  <a:lnTo>
                    <a:pt x="3309033" y="967780"/>
                  </a:lnTo>
                  <a:lnTo>
                    <a:pt x="0" y="967780"/>
                  </a:lnTo>
                  <a:close/>
                </a:path>
              </a:pathLst>
            </a:custGeom>
            <a:solidFill>
              <a:srgbClr val="123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16920906" y="6287321"/>
              <a:ext cx="1367155" cy="3644900"/>
            </a:xfrm>
            <a:custGeom>
              <a:rect b="b" l="l" r="r" t="t"/>
              <a:pathLst>
                <a:path extrusionOk="0" h="3644900" w="1367155">
                  <a:moveTo>
                    <a:pt x="1362881" y="3644328"/>
                  </a:moveTo>
                  <a:lnTo>
                    <a:pt x="1321201" y="3631563"/>
                  </a:lnTo>
                  <a:lnTo>
                    <a:pt x="1275724" y="3616388"/>
                  </a:lnTo>
                  <a:lnTo>
                    <a:pt x="1230872" y="3600170"/>
                  </a:lnTo>
                  <a:lnTo>
                    <a:pt x="1186654" y="3582928"/>
                  </a:lnTo>
                  <a:lnTo>
                    <a:pt x="1142793" y="3564551"/>
                  </a:lnTo>
                  <a:lnTo>
                    <a:pt x="1100160" y="3545442"/>
                  </a:lnTo>
                  <a:lnTo>
                    <a:pt x="1057903" y="3525232"/>
                  </a:lnTo>
                  <a:lnTo>
                    <a:pt x="1016320" y="3504068"/>
                  </a:lnTo>
                  <a:lnTo>
                    <a:pt x="975420" y="3481968"/>
                  </a:lnTo>
                  <a:lnTo>
                    <a:pt x="935212" y="3458948"/>
                  </a:lnTo>
                  <a:lnTo>
                    <a:pt x="895707" y="3435028"/>
                  </a:lnTo>
                  <a:lnTo>
                    <a:pt x="856915" y="3410223"/>
                  </a:lnTo>
                  <a:lnTo>
                    <a:pt x="818844" y="3384552"/>
                  </a:lnTo>
                  <a:lnTo>
                    <a:pt x="781506" y="3358032"/>
                  </a:lnTo>
                  <a:lnTo>
                    <a:pt x="744909" y="3330681"/>
                  </a:lnTo>
                  <a:lnTo>
                    <a:pt x="709063" y="3302516"/>
                  </a:lnTo>
                  <a:lnTo>
                    <a:pt x="673978" y="3273556"/>
                  </a:lnTo>
                  <a:lnTo>
                    <a:pt x="639664" y="3243817"/>
                  </a:lnTo>
                  <a:lnTo>
                    <a:pt x="606131" y="3213316"/>
                  </a:lnTo>
                  <a:lnTo>
                    <a:pt x="573388" y="3182073"/>
                  </a:lnTo>
                  <a:lnTo>
                    <a:pt x="541445" y="3150104"/>
                  </a:lnTo>
                  <a:lnTo>
                    <a:pt x="510312" y="3117426"/>
                  </a:lnTo>
                  <a:lnTo>
                    <a:pt x="479999" y="3084058"/>
                  </a:lnTo>
                  <a:lnTo>
                    <a:pt x="450515" y="3050017"/>
                  </a:lnTo>
                  <a:lnTo>
                    <a:pt x="421870" y="3015321"/>
                  </a:lnTo>
                  <a:lnTo>
                    <a:pt x="394074" y="2979986"/>
                  </a:lnTo>
                  <a:lnTo>
                    <a:pt x="367136" y="2944031"/>
                  </a:lnTo>
                  <a:lnTo>
                    <a:pt x="341067" y="2907473"/>
                  </a:lnTo>
                  <a:lnTo>
                    <a:pt x="315875" y="2870330"/>
                  </a:lnTo>
                  <a:lnTo>
                    <a:pt x="291572" y="2832620"/>
                  </a:lnTo>
                  <a:lnTo>
                    <a:pt x="268166" y="2794359"/>
                  </a:lnTo>
                  <a:lnTo>
                    <a:pt x="245668" y="2755566"/>
                  </a:lnTo>
                  <a:lnTo>
                    <a:pt x="224087" y="2716257"/>
                  </a:lnTo>
                  <a:lnTo>
                    <a:pt x="203432" y="2676452"/>
                  </a:lnTo>
                  <a:lnTo>
                    <a:pt x="183714" y="2636166"/>
                  </a:lnTo>
                  <a:lnTo>
                    <a:pt x="164943" y="2595418"/>
                  </a:lnTo>
                  <a:lnTo>
                    <a:pt x="147127" y="2554226"/>
                  </a:lnTo>
                  <a:lnTo>
                    <a:pt x="130278" y="2512606"/>
                  </a:lnTo>
                  <a:lnTo>
                    <a:pt x="114404" y="2470577"/>
                  </a:lnTo>
                  <a:lnTo>
                    <a:pt x="99515" y="2428156"/>
                  </a:lnTo>
                  <a:lnTo>
                    <a:pt x="85622" y="2385360"/>
                  </a:lnTo>
                  <a:lnTo>
                    <a:pt x="72733" y="2342208"/>
                  </a:lnTo>
                  <a:lnTo>
                    <a:pt x="60859" y="2298716"/>
                  </a:lnTo>
                  <a:lnTo>
                    <a:pt x="50010" y="2254902"/>
                  </a:lnTo>
                  <a:lnTo>
                    <a:pt x="40194" y="2210785"/>
                  </a:lnTo>
                  <a:lnTo>
                    <a:pt x="31423" y="2166380"/>
                  </a:lnTo>
                  <a:lnTo>
                    <a:pt x="23705" y="2121707"/>
                  </a:lnTo>
                  <a:lnTo>
                    <a:pt x="17050" y="2076782"/>
                  </a:lnTo>
                  <a:lnTo>
                    <a:pt x="11469" y="2031623"/>
                  </a:lnTo>
                  <a:lnTo>
                    <a:pt x="6970" y="1986248"/>
                  </a:lnTo>
                  <a:lnTo>
                    <a:pt x="3564" y="1940675"/>
                  </a:lnTo>
                  <a:lnTo>
                    <a:pt x="1261" y="1894920"/>
                  </a:lnTo>
                  <a:lnTo>
                    <a:pt x="69" y="1849001"/>
                  </a:lnTo>
                  <a:lnTo>
                    <a:pt x="0" y="1802936"/>
                  </a:lnTo>
                  <a:lnTo>
                    <a:pt x="1062" y="1756743"/>
                  </a:lnTo>
                  <a:lnTo>
                    <a:pt x="3265" y="1710439"/>
                  </a:lnTo>
                  <a:lnTo>
                    <a:pt x="6620" y="1664041"/>
                  </a:lnTo>
                  <a:lnTo>
                    <a:pt x="11135" y="1617568"/>
                  </a:lnTo>
                  <a:lnTo>
                    <a:pt x="16821" y="1571037"/>
                  </a:lnTo>
                  <a:lnTo>
                    <a:pt x="23688" y="1524465"/>
                  </a:lnTo>
                  <a:lnTo>
                    <a:pt x="31744" y="1477869"/>
                  </a:lnTo>
                  <a:lnTo>
                    <a:pt x="41001" y="1431269"/>
                  </a:lnTo>
                  <a:lnTo>
                    <a:pt x="51467" y="1384680"/>
                  </a:lnTo>
                  <a:lnTo>
                    <a:pt x="63153" y="1338121"/>
                  </a:lnTo>
                  <a:lnTo>
                    <a:pt x="76068" y="1291609"/>
                  </a:lnTo>
                  <a:lnTo>
                    <a:pt x="90137" y="1245433"/>
                  </a:lnTo>
                  <a:lnTo>
                    <a:pt x="105269" y="1199877"/>
                  </a:lnTo>
                  <a:lnTo>
                    <a:pt x="121446" y="1154951"/>
                  </a:lnTo>
                  <a:lnTo>
                    <a:pt x="138650" y="1110665"/>
                  </a:lnTo>
                  <a:lnTo>
                    <a:pt x="156863" y="1067027"/>
                  </a:lnTo>
                  <a:lnTo>
                    <a:pt x="176068" y="1024047"/>
                  </a:lnTo>
                  <a:lnTo>
                    <a:pt x="196247" y="981736"/>
                  </a:lnTo>
                  <a:lnTo>
                    <a:pt x="217382" y="940102"/>
                  </a:lnTo>
                  <a:lnTo>
                    <a:pt x="239457" y="899156"/>
                  </a:lnTo>
                  <a:lnTo>
                    <a:pt x="262452" y="858906"/>
                  </a:lnTo>
                  <a:lnTo>
                    <a:pt x="286350" y="819363"/>
                  </a:lnTo>
                  <a:lnTo>
                    <a:pt x="311135" y="780537"/>
                  </a:lnTo>
                  <a:lnTo>
                    <a:pt x="336787" y="742436"/>
                  </a:lnTo>
                  <a:lnTo>
                    <a:pt x="363290" y="705071"/>
                  </a:lnTo>
                  <a:lnTo>
                    <a:pt x="390625" y="668450"/>
                  </a:lnTo>
                  <a:lnTo>
                    <a:pt x="418775" y="632585"/>
                  </a:lnTo>
                  <a:lnTo>
                    <a:pt x="447723" y="597483"/>
                  </a:lnTo>
                  <a:lnTo>
                    <a:pt x="477451" y="563156"/>
                  </a:lnTo>
                  <a:lnTo>
                    <a:pt x="507941" y="529612"/>
                  </a:lnTo>
                  <a:lnTo>
                    <a:pt x="539175" y="496861"/>
                  </a:lnTo>
                  <a:lnTo>
                    <a:pt x="571135" y="464913"/>
                  </a:lnTo>
                  <a:lnTo>
                    <a:pt x="603805" y="433777"/>
                  </a:lnTo>
                  <a:lnTo>
                    <a:pt x="637166" y="403464"/>
                  </a:lnTo>
                  <a:lnTo>
                    <a:pt x="671201" y="373982"/>
                  </a:lnTo>
                  <a:lnTo>
                    <a:pt x="705892" y="345341"/>
                  </a:lnTo>
                  <a:lnTo>
                    <a:pt x="741222" y="317551"/>
                  </a:lnTo>
                  <a:lnTo>
                    <a:pt x="777172" y="290622"/>
                  </a:lnTo>
                  <a:lnTo>
                    <a:pt x="813725" y="264562"/>
                  </a:lnTo>
                  <a:lnTo>
                    <a:pt x="850863" y="239383"/>
                  </a:lnTo>
                  <a:lnTo>
                    <a:pt x="888569" y="215093"/>
                  </a:lnTo>
                  <a:lnTo>
                    <a:pt x="926826" y="191701"/>
                  </a:lnTo>
                  <a:lnTo>
                    <a:pt x="965614" y="169219"/>
                  </a:lnTo>
                  <a:lnTo>
                    <a:pt x="1004918" y="147654"/>
                  </a:lnTo>
                  <a:lnTo>
                    <a:pt x="1044718" y="127017"/>
                  </a:lnTo>
                  <a:lnTo>
                    <a:pt x="1084998" y="107318"/>
                  </a:lnTo>
                  <a:lnTo>
                    <a:pt x="1125740" y="88566"/>
                  </a:lnTo>
                  <a:lnTo>
                    <a:pt x="1166925" y="70770"/>
                  </a:lnTo>
                  <a:lnTo>
                    <a:pt x="1208537" y="53941"/>
                  </a:lnTo>
                  <a:lnTo>
                    <a:pt x="1250558" y="38088"/>
                  </a:lnTo>
                  <a:lnTo>
                    <a:pt x="1292970" y="23220"/>
                  </a:lnTo>
                  <a:lnTo>
                    <a:pt x="1335755" y="9347"/>
                  </a:lnTo>
                  <a:lnTo>
                    <a:pt x="1367095" y="0"/>
                  </a:lnTo>
                  <a:lnTo>
                    <a:pt x="1367095" y="3629853"/>
                  </a:lnTo>
                  <a:lnTo>
                    <a:pt x="1362881" y="3644328"/>
                  </a:lnTo>
                  <a:close/>
                </a:path>
              </a:pathLst>
            </a:custGeom>
            <a:solidFill>
              <a:srgbClr val="0F67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15606885" y="6833634"/>
              <a:ext cx="961390" cy="961390"/>
            </a:xfrm>
            <a:custGeom>
              <a:rect b="b" l="l" r="r" t="t"/>
              <a:pathLst>
                <a:path extrusionOk="0" h="961390" w="961390">
                  <a:moveTo>
                    <a:pt x="346163" y="941832"/>
                  </a:moveTo>
                  <a:lnTo>
                    <a:pt x="301589" y="926446"/>
                  </a:lnTo>
                  <a:lnTo>
                    <a:pt x="258737" y="906764"/>
                  </a:lnTo>
                  <a:lnTo>
                    <a:pt x="218022" y="882977"/>
                  </a:lnTo>
                  <a:lnTo>
                    <a:pt x="179834" y="855313"/>
                  </a:lnTo>
                  <a:lnTo>
                    <a:pt x="144541" y="824040"/>
                  </a:lnTo>
                  <a:lnTo>
                    <a:pt x="112484" y="789458"/>
                  </a:lnTo>
                  <a:lnTo>
                    <a:pt x="83971" y="751901"/>
                  </a:lnTo>
                  <a:lnTo>
                    <a:pt x="59276" y="711729"/>
                  </a:lnTo>
                  <a:lnTo>
                    <a:pt x="38637" y="669331"/>
                  </a:lnTo>
                  <a:lnTo>
                    <a:pt x="22254" y="625113"/>
                  </a:lnTo>
                  <a:lnTo>
                    <a:pt x="10284" y="579503"/>
                  </a:lnTo>
                  <a:lnTo>
                    <a:pt x="2842" y="532939"/>
                  </a:lnTo>
                  <a:lnTo>
                    <a:pt x="0" y="485870"/>
                  </a:lnTo>
                  <a:lnTo>
                    <a:pt x="313" y="462287"/>
                  </a:lnTo>
                  <a:lnTo>
                    <a:pt x="4409" y="415311"/>
                  </a:lnTo>
                  <a:lnTo>
                    <a:pt x="13089" y="368962"/>
                  </a:lnTo>
                  <a:lnTo>
                    <a:pt x="26270" y="323687"/>
                  </a:lnTo>
                  <a:lnTo>
                    <a:pt x="43825" y="279921"/>
                  </a:lnTo>
                  <a:lnTo>
                    <a:pt x="65586" y="238087"/>
                  </a:lnTo>
                  <a:lnTo>
                    <a:pt x="91342" y="198588"/>
                  </a:lnTo>
                  <a:lnTo>
                    <a:pt x="120846" y="161803"/>
                  </a:lnTo>
                  <a:lnTo>
                    <a:pt x="153813" y="128088"/>
                  </a:lnTo>
                  <a:lnTo>
                    <a:pt x="189926" y="97766"/>
                  </a:lnTo>
                  <a:lnTo>
                    <a:pt x="228838" y="71130"/>
                  </a:lnTo>
                  <a:lnTo>
                    <a:pt x="270173" y="48436"/>
                  </a:lnTo>
                  <a:lnTo>
                    <a:pt x="313533" y="29902"/>
                  </a:lnTo>
                  <a:lnTo>
                    <a:pt x="358501" y="15709"/>
                  </a:lnTo>
                  <a:lnTo>
                    <a:pt x="404643" y="5991"/>
                  </a:lnTo>
                  <a:lnTo>
                    <a:pt x="451517" y="842"/>
                  </a:lnTo>
                  <a:lnTo>
                    <a:pt x="475086" y="0"/>
                  </a:lnTo>
                  <a:lnTo>
                    <a:pt x="498668" y="313"/>
                  </a:lnTo>
                  <a:lnTo>
                    <a:pt x="545645" y="4408"/>
                  </a:lnTo>
                  <a:lnTo>
                    <a:pt x="591995" y="13088"/>
                  </a:lnTo>
                  <a:lnTo>
                    <a:pt x="637270" y="26270"/>
                  </a:lnTo>
                  <a:lnTo>
                    <a:pt x="681035" y="43825"/>
                  </a:lnTo>
                  <a:lnTo>
                    <a:pt x="722869" y="65585"/>
                  </a:lnTo>
                  <a:lnTo>
                    <a:pt x="762368" y="91342"/>
                  </a:lnTo>
                  <a:lnTo>
                    <a:pt x="799153" y="120845"/>
                  </a:lnTo>
                  <a:lnTo>
                    <a:pt x="832868" y="153813"/>
                  </a:lnTo>
                  <a:lnTo>
                    <a:pt x="863190" y="189926"/>
                  </a:lnTo>
                  <a:lnTo>
                    <a:pt x="889827" y="228838"/>
                  </a:lnTo>
                  <a:lnTo>
                    <a:pt x="912521" y="270172"/>
                  </a:lnTo>
                  <a:lnTo>
                    <a:pt x="931054" y="313532"/>
                  </a:lnTo>
                  <a:lnTo>
                    <a:pt x="945248" y="358500"/>
                  </a:lnTo>
                  <a:lnTo>
                    <a:pt x="954965" y="404643"/>
                  </a:lnTo>
                  <a:lnTo>
                    <a:pt x="960114" y="451516"/>
                  </a:lnTo>
                  <a:lnTo>
                    <a:pt x="960957" y="475086"/>
                  </a:lnTo>
                  <a:lnTo>
                    <a:pt x="960643" y="498668"/>
                  </a:lnTo>
                  <a:lnTo>
                    <a:pt x="956548" y="545645"/>
                  </a:lnTo>
                  <a:lnTo>
                    <a:pt x="947868" y="591994"/>
                  </a:lnTo>
                  <a:lnTo>
                    <a:pt x="934687" y="637270"/>
                  </a:lnTo>
                  <a:lnTo>
                    <a:pt x="917132" y="681035"/>
                  </a:lnTo>
                  <a:lnTo>
                    <a:pt x="895371" y="722868"/>
                  </a:lnTo>
                  <a:lnTo>
                    <a:pt x="869615" y="762368"/>
                  </a:lnTo>
                  <a:lnTo>
                    <a:pt x="840111" y="799152"/>
                  </a:lnTo>
                  <a:lnTo>
                    <a:pt x="807143" y="832868"/>
                  </a:lnTo>
                  <a:lnTo>
                    <a:pt x="771030" y="863190"/>
                  </a:lnTo>
                  <a:lnTo>
                    <a:pt x="732119" y="889826"/>
                  </a:lnTo>
                  <a:lnTo>
                    <a:pt x="690784" y="912520"/>
                  </a:lnTo>
                  <a:lnTo>
                    <a:pt x="647424" y="931053"/>
                  </a:lnTo>
                  <a:lnTo>
                    <a:pt x="602456" y="945247"/>
                  </a:lnTo>
                  <a:lnTo>
                    <a:pt x="556313" y="954965"/>
                  </a:lnTo>
                  <a:lnTo>
                    <a:pt x="509440" y="960113"/>
                  </a:lnTo>
                  <a:lnTo>
                    <a:pt x="485870" y="960956"/>
                  </a:lnTo>
                  <a:lnTo>
                    <a:pt x="462288" y="960642"/>
                  </a:lnTo>
                  <a:lnTo>
                    <a:pt x="415311" y="956548"/>
                  </a:lnTo>
                  <a:lnTo>
                    <a:pt x="368962" y="947868"/>
                  </a:lnTo>
                  <a:lnTo>
                    <a:pt x="346163" y="941832"/>
                  </a:lnTo>
                  <a:close/>
                </a:path>
              </a:pathLst>
            </a:custGeom>
            <a:solidFill>
              <a:srgbClr val="035C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6526516" y="4597081"/>
            <a:ext cx="103504" cy="1092835"/>
          </a:xfrm>
          <a:custGeom>
            <a:rect b="b" l="l" r="r" t="t"/>
            <a:pathLst>
              <a:path extrusionOk="0" h="1092835" w="103504">
                <a:moveTo>
                  <a:pt x="102966" y="1092413"/>
                </a:moveTo>
                <a:lnTo>
                  <a:pt x="0" y="1092413"/>
                </a:lnTo>
                <a:lnTo>
                  <a:pt x="0" y="0"/>
                </a:lnTo>
                <a:lnTo>
                  <a:pt x="102966" y="0"/>
                </a:lnTo>
                <a:lnTo>
                  <a:pt x="102966" y="1092413"/>
                </a:lnTo>
                <a:close/>
              </a:path>
            </a:pathLst>
          </a:custGeom>
          <a:solidFill>
            <a:srgbClr val="123C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 txBox="1"/>
          <p:nvPr>
            <p:ph type="title"/>
          </p:nvPr>
        </p:nvSpPr>
        <p:spPr>
          <a:xfrm>
            <a:off x="7108976" y="4572000"/>
            <a:ext cx="51855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14283208" y="6287321"/>
            <a:ext cx="4004853" cy="4000273"/>
            <a:chOff x="14283208" y="6287321"/>
            <a:chExt cx="4004853" cy="4000273"/>
          </a:xfrm>
        </p:grpSpPr>
        <p:sp>
          <p:nvSpPr>
            <p:cNvPr id="144" name="Google Shape;144;p16"/>
            <p:cNvSpPr/>
            <p:nvPr/>
          </p:nvSpPr>
          <p:spPr>
            <a:xfrm>
              <a:off x="14283208" y="9319219"/>
              <a:ext cx="3309620" cy="968375"/>
            </a:xfrm>
            <a:custGeom>
              <a:rect b="b" l="l" r="r" t="t"/>
              <a:pathLst>
                <a:path extrusionOk="0" h="968375" w="3309619">
                  <a:moveTo>
                    <a:pt x="0" y="967780"/>
                  </a:moveTo>
                  <a:lnTo>
                    <a:pt x="42645" y="895424"/>
                  </a:lnTo>
                  <a:lnTo>
                    <a:pt x="67429" y="856597"/>
                  </a:lnTo>
                  <a:lnTo>
                    <a:pt x="93081" y="818496"/>
                  </a:lnTo>
                  <a:lnTo>
                    <a:pt x="119584" y="781131"/>
                  </a:lnTo>
                  <a:lnTo>
                    <a:pt x="146920" y="744511"/>
                  </a:lnTo>
                  <a:lnTo>
                    <a:pt x="175070" y="708645"/>
                  </a:lnTo>
                  <a:lnTo>
                    <a:pt x="204018" y="673544"/>
                  </a:lnTo>
                  <a:lnTo>
                    <a:pt x="233745" y="639216"/>
                  </a:lnTo>
                  <a:lnTo>
                    <a:pt x="264235" y="605672"/>
                  </a:lnTo>
                  <a:lnTo>
                    <a:pt x="295469" y="572921"/>
                  </a:lnTo>
                  <a:lnTo>
                    <a:pt x="327430" y="540973"/>
                  </a:lnTo>
                  <a:lnTo>
                    <a:pt x="360100" y="509838"/>
                  </a:lnTo>
                  <a:lnTo>
                    <a:pt x="393461" y="479524"/>
                  </a:lnTo>
                  <a:lnTo>
                    <a:pt x="427496" y="450042"/>
                  </a:lnTo>
                  <a:lnTo>
                    <a:pt x="462187" y="421401"/>
                  </a:lnTo>
                  <a:lnTo>
                    <a:pt x="497516" y="393612"/>
                  </a:lnTo>
                  <a:lnTo>
                    <a:pt x="533466" y="366682"/>
                  </a:lnTo>
                  <a:lnTo>
                    <a:pt x="570019" y="340623"/>
                  </a:lnTo>
                  <a:lnTo>
                    <a:pt x="607158" y="315443"/>
                  </a:lnTo>
                  <a:lnTo>
                    <a:pt x="644864" y="291153"/>
                  </a:lnTo>
                  <a:lnTo>
                    <a:pt x="683120" y="267762"/>
                  </a:lnTo>
                  <a:lnTo>
                    <a:pt x="721909" y="245279"/>
                  </a:lnTo>
                  <a:lnTo>
                    <a:pt x="761212" y="223715"/>
                  </a:lnTo>
                  <a:lnTo>
                    <a:pt x="801013" y="203078"/>
                  </a:lnTo>
                  <a:lnTo>
                    <a:pt x="841293" y="183379"/>
                  </a:lnTo>
                  <a:lnTo>
                    <a:pt x="882034" y="164626"/>
                  </a:lnTo>
                  <a:lnTo>
                    <a:pt x="923220" y="146831"/>
                  </a:lnTo>
                  <a:lnTo>
                    <a:pt x="964832" y="130002"/>
                  </a:lnTo>
                  <a:lnTo>
                    <a:pt x="1006852" y="114148"/>
                  </a:lnTo>
                  <a:lnTo>
                    <a:pt x="1049264" y="99281"/>
                  </a:lnTo>
                  <a:lnTo>
                    <a:pt x="1092049" y="85408"/>
                  </a:lnTo>
                  <a:lnTo>
                    <a:pt x="1135190" y="72540"/>
                  </a:lnTo>
                  <a:lnTo>
                    <a:pt x="1178669" y="60687"/>
                  </a:lnTo>
                  <a:lnTo>
                    <a:pt x="1222468" y="49857"/>
                  </a:lnTo>
                  <a:lnTo>
                    <a:pt x="1266571" y="40061"/>
                  </a:lnTo>
                  <a:lnTo>
                    <a:pt x="1310958" y="31309"/>
                  </a:lnTo>
                  <a:lnTo>
                    <a:pt x="1355612" y="23609"/>
                  </a:lnTo>
                  <a:lnTo>
                    <a:pt x="1400516" y="16972"/>
                  </a:lnTo>
                  <a:lnTo>
                    <a:pt x="1445653" y="11407"/>
                  </a:lnTo>
                  <a:lnTo>
                    <a:pt x="1491003" y="6923"/>
                  </a:lnTo>
                  <a:lnTo>
                    <a:pt x="1536551" y="3531"/>
                  </a:lnTo>
                  <a:lnTo>
                    <a:pt x="1582277" y="1240"/>
                  </a:lnTo>
                  <a:lnTo>
                    <a:pt x="1628165" y="60"/>
                  </a:lnTo>
                  <a:lnTo>
                    <a:pt x="1674196" y="0"/>
                  </a:lnTo>
                  <a:lnTo>
                    <a:pt x="1720354" y="1069"/>
                  </a:lnTo>
                  <a:lnTo>
                    <a:pt x="1766620" y="3278"/>
                  </a:lnTo>
                  <a:lnTo>
                    <a:pt x="1812977" y="6636"/>
                  </a:lnTo>
                  <a:lnTo>
                    <a:pt x="1859407" y="11153"/>
                  </a:lnTo>
                  <a:lnTo>
                    <a:pt x="1905892" y="16838"/>
                  </a:lnTo>
                  <a:lnTo>
                    <a:pt x="1952415" y="23701"/>
                  </a:lnTo>
                  <a:lnTo>
                    <a:pt x="1998958" y="31751"/>
                  </a:lnTo>
                  <a:lnTo>
                    <a:pt x="2045503" y="40999"/>
                  </a:lnTo>
                  <a:lnTo>
                    <a:pt x="2092033" y="51453"/>
                  </a:lnTo>
                  <a:lnTo>
                    <a:pt x="2138530" y="63124"/>
                  </a:lnTo>
                  <a:lnTo>
                    <a:pt x="2184977" y="76021"/>
                  </a:lnTo>
                  <a:lnTo>
                    <a:pt x="2231153" y="90090"/>
                  </a:lnTo>
                  <a:lnTo>
                    <a:pt x="2276709" y="105219"/>
                  </a:lnTo>
                  <a:lnTo>
                    <a:pt x="2321637" y="121391"/>
                  </a:lnTo>
                  <a:lnTo>
                    <a:pt x="2365926" y="138588"/>
                  </a:lnTo>
                  <a:lnTo>
                    <a:pt x="2409566" y="156793"/>
                  </a:lnTo>
                  <a:lnTo>
                    <a:pt x="2452548" y="175988"/>
                  </a:lnTo>
                  <a:lnTo>
                    <a:pt x="2494863" y="196155"/>
                  </a:lnTo>
                  <a:lnTo>
                    <a:pt x="2536501" y="217278"/>
                  </a:lnTo>
                  <a:lnTo>
                    <a:pt x="2577451" y="239338"/>
                  </a:lnTo>
                  <a:lnTo>
                    <a:pt x="2617705" y="262318"/>
                  </a:lnTo>
                  <a:lnTo>
                    <a:pt x="2657252" y="286200"/>
                  </a:lnTo>
                  <a:lnTo>
                    <a:pt x="2696084" y="310967"/>
                  </a:lnTo>
                  <a:lnTo>
                    <a:pt x="2734190" y="336601"/>
                  </a:lnTo>
                  <a:lnTo>
                    <a:pt x="2771561" y="363084"/>
                  </a:lnTo>
                  <a:lnTo>
                    <a:pt x="2808187" y="390400"/>
                  </a:lnTo>
                  <a:lnTo>
                    <a:pt x="2844059" y="418529"/>
                  </a:lnTo>
                  <a:lnTo>
                    <a:pt x="2879167" y="447456"/>
                  </a:lnTo>
                  <a:lnTo>
                    <a:pt x="2913500" y="477162"/>
                  </a:lnTo>
                  <a:lnTo>
                    <a:pt x="2947051" y="507630"/>
                  </a:lnTo>
                  <a:lnTo>
                    <a:pt x="2979808" y="538842"/>
                  </a:lnTo>
                  <a:lnTo>
                    <a:pt x="3011762" y="570780"/>
                  </a:lnTo>
                  <a:lnTo>
                    <a:pt x="3042905" y="603428"/>
                  </a:lnTo>
                  <a:lnTo>
                    <a:pt x="3073225" y="636766"/>
                  </a:lnTo>
                  <a:lnTo>
                    <a:pt x="3102713" y="670779"/>
                  </a:lnTo>
                  <a:lnTo>
                    <a:pt x="3131360" y="705448"/>
                  </a:lnTo>
                  <a:lnTo>
                    <a:pt x="3159157" y="740756"/>
                  </a:lnTo>
                  <a:lnTo>
                    <a:pt x="3186092" y="776684"/>
                  </a:lnTo>
                  <a:lnTo>
                    <a:pt x="3212158" y="813217"/>
                  </a:lnTo>
                  <a:lnTo>
                    <a:pt x="3237343" y="850335"/>
                  </a:lnTo>
                  <a:lnTo>
                    <a:pt x="3261639" y="888022"/>
                  </a:lnTo>
                  <a:lnTo>
                    <a:pt x="3285036" y="926260"/>
                  </a:lnTo>
                  <a:lnTo>
                    <a:pt x="3309033" y="967780"/>
                  </a:lnTo>
                  <a:lnTo>
                    <a:pt x="0" y="967780"/>
                  </a:lnTo>
                  <a:close/>
                </a:path>
              </a:pathLst>
            </a:custGeom>
            <a:solidFill>
              <a:srgbClr val="123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6920906" y="6287321"/>
              <a:ext cx="1367155" cy="3644900"/>
            </a:xfrm>
            <a:custGeom>
              <a:rect b="b" l="l" r="r" t="t"/>
              <a:pathLst>
                <a:path extrusionOk="0" h="3644900" w="1367155">
                  <a:moveTo>
                    <a:pt x="1362881" y="3644328"/>
                  </a:moveTo>
                  <a:lnTo>
                    <a:pt x="1321201" y="3631563"/>
                  </a:lnTo>
                  <a:lnTo>
                    <a:pt x="1275724" y="3616388"/>
                  </a:lnTo>
                  <a:lnTo>
                    <a:pt x="1230872" y="3600170"/>
                  </a:lnTo>
                  <a:lnTo>
                    <a:pt x="1186654" y="3582928"/>
                  </a:lnTo>
                  <a:lnTo>
                    <a:pt x="1142793" y="3564551"/>
                  </a:lnTo>
                  <a:lnTo>
                    <a:pt x="1100160" y="3545442"/>
                  </a:lnTo>
                  <a:lnTo>
                    <a:pt x="1057903" y="3525232"/>
                  </a:lnTo>
                  <a:lnTo>
                    <a:pt x="1016320" y="3504068"/>
                  </a:lnTo>
                  <a:lnTo>
                    <a:pt x="975420" y="3481968"/>
                  </a:lnTo>
                  <a:lnTo>
                    <a:pt x="935212" y="3458948"/>
                  </a:lnTo>
                  <a:lnTo>
                    <a:pt x="895707" y="3435028"/>
                  </a:lnTo>
                  <a:lnTo>
                    <a:pt x="856915" y="3410223"/>
                  </a:lnTo>
                  <a:lnTo>
                    <a:pt x="818844" y="3384552"/>
                  </a:lnTo>
                  <a:lnTo>
                    <a:pt x="781506" y="3358032"/>
                  </a:lnTo>
                  <a:lnTo>
                    <a:pt x="744909" y="3330681"/>
                  </a:lnTo>
                  <a:lnTo>
                    <a:pt x="709063" y="3302516"/>
                  </a:lnTo>
                  <a:lnTo>
                    <a:pt x="673978" y="3273556"/>
                  </a:lnTo>
                  <a:lnTo>
                    <a:pt x="639664" y="3243817"/>
                  </a:lnTo>
                  <a:lnTo>
                    <a:pt x="606131" y="3213316"/>
                  </a:lnTo>
                  <a:lnTo>
                    <a:pt x="573388" y="3182073"/>
                  </a:lnTo>
                  <a:lnTo>
                    <a:pt x="541445" y="3150104"/>
                  </a:lnTo>
                  <a:lnTo>
                    <a:pt x="510312" y="3117426"/>
                  </a:lnTo>
                  <a:lnTo>
                    <a:pt x="479999" y="3084058"/>
                  </a:lnTo>
                  <a:lnTo>
                    <a:pt x="450515" y="3050017"/>
                  </a:lnTo>
                  <a:lnTo>
                    <a:pt x="421870" y="3015321"/>
                  </a:lnTo>
                  <a:lnTo>
                    <a:pt x="394074" y="2979986"/>
                  </a:lnTo>
                  <a:lnTo>
                    <a:pt x="367136" y="2944031"/>
                  </a:lnTo>
                  <a:lnTo>
                    <a:pt x="341067" y="2907473"/>
                  </a:lnTo>
                  <a:lnTo>
                    <a:pt x="315875" y="2870330"/>
                  </a:lnTo>
                  <a:lnTo>
                    <a:pt x="291572" y="2832620"/>
                  </a:lnTo>
                  <a:lnTo>
                    <a:pt x="268166" y="2794359"/>
                  </a:lnTo>
                  <a:lnTo>
                    <a:pt x="245668" y="2755566"/>
                  </a:lnTo>
                  <a:lnTo>
                    <a:pt x="224087" y="2716257"/>
                  </a:lnTo>
                  <a:lnTo>
                    <a:pt x="203432" y="2676452"/>
                  </a:lnTo>
                  <a:lnTo>
                    <a:pt x="183714" y="2636166"/>
                  </a:lnTo>
                  <a:lnTo>
                    <a:pt x="164943" y="2595418"/>
                  </a:lnTo>
                  <a:lnTo>
                    <a:pt x="147127" y="2554226"/>
                  </a:lnTo>
                  <a:lnTo>
                    <a:pt x="130278" y="2512606"/>
                  </a:lnTo>
                  <a:lnTo>
                    <a:pt x="114404" y="2470577"/>
                  </a:lnTo>
                  <a:lnTo>
                    <a:pt x="99515" y="2428156"/>
                  </a:lnTo>
                  <a:lnTo>
                    <a:pt x="85622" y="2385360"/>
                  </a:lnTo>
                  <a:lnTo>
                    <a:pt x="72733" y="2342208"/>
                  </a:lnTo>
                  <a:lnTo>
                    <a:pt x="60859" y="2298716"/>
                  </a:lnTo>
                  <a:lnTo>
                    <a:pt x="50010" y="2254902"/>
                  </a:lnTo>
                  <a:lnTo>
                    <a:pt x="40194" y="2210785"/>
                  </a:lnTo>
                  <a:lnTo>
                    <a:pt x="31423" y="2166380"/>
                  </a:lnTo>
                  <a:lnTo>
                    <a:pt x="23705" y="2121707"/>
                  </a:lnTo>
                  <a:lnTo>
                    <a:pt x="17050" y="2076782"/>
                  </a:lnTo>
                  <a:lnTo>
                    <a:pt x="11469" y="2031623"/>
                  </a:lnTo>
                  <a:lnTo>
                    <a:pt x="6970" y="1986248"/>
                  </a:lnTo>
                  <a:lnTo>
                    <a:pt x="3564" y="1940675"/>
                  </a:lnTo>
                  <a:lnTo>
                    <a:pt x="1261" y="1894920"/>
                  </a:lnTo>
                  <a:lnTo>
                    <a:pt x="69" y="1849001"/>
                  </a:lnTo>
                  <a:lnTo>
                    <a:pt x="0" y="1802936"/>
                  </a:lnTo>
                  <a:lnTo>
                    <a:pt x="1062" y="1756743"/>
                  </a:lnTo>
                  <a:lnTo>
                    <a:pt x="3265" y="1710439"/>
                  </a:lnTo>
                  <a:lnTo>
                    <a:pt x="6620" y="1664041"/>
                  </a:lnTo>
                  <a:lnTo>
                    <a:pt x="11135" y="1617568"/>
                  </a:lnTo>
                  <a:lnTo>
                    <a:pt x="16821" y="1571037"/>
                  </a:lnTo>
                  <a:lnTo>
                    <a:pt x="23688" y="1524465"/>
                  </a:lnTo>
                  <a:lnTo>
                    <a:pt x="31744" y="1477869"/>
                  </a:lnTo>
                  <a:lnTo>
                    <a:pt x="41001" y="1431269"/>
                  </a:lnTo>
                  <a:lnTo>
                    <a:pt x="51467" y="1384680"/>
                  </a:lnTo>
                  <a:lnTo>
                    <a:pt x="63153" y="1338121"/>
                  </a:lnTo>
                  <a:lnTo>
                    <a:pt x="76068" y="1291609"/>
                  </a:lnTo>
                  <a:lnTo>
                    <a:pt x="90137" y="1245433"/>
                  </a:lnTo>
                  <a:lnTo>
                    <a:pt x="105269" y="1199877"/>
                  </a:lnTo>
                  <a:lnTo>
                    <a:pt x="121446" y="1154951"/>
                  </a:lnTo>
                  <a:lnTo>
                    <a:pt x="138650" y="1110665"/>
                  </a:lnTo>
                  <a:lnTo>
                    <a:pt x="156863" y="1067027"/>
                  </a:lnTo>
                  <a:lnTo>
                    <a:pt x="176068" y="1024047"/>
                  </a:lnTo>
                  <a:lnTo>
                    <a:pt x="196247" y="981736"/>
                  </a:lnTo>
                  <a:lnTo>
                    <a:pt x="217382" y="940102"/>
                  </a:lnTo>
                  <a:lnTo>
                    <a:pt x="239457" y="899156"/>
                  </a:lnTo>
                  <a:lnTo>
                    <a:pt x="262452" y="858906"/>
                  </a:lnTo>
                  <a:lnTo>
                    <a:pt x="286350" y="819363"/>
                  </a:lnTo>
                  <a:lnTo>
                    <a:pt x="311135" y="780537"/>
                  </a:lnTo>
                  <a:lnTo>
                    <a:pt x="336787" y="742436"/>
                  </a:lnTo>
                  <a:lnTo>
                    <a:pt x="363290" y="705071"/>
                  </a:lnTo>
                  <a:lnTo>
                    <a:pt x="390625" y="668450"/>
                  </a:lnTo>
                  <a:lnTo>
                    <a:pt x="418775" y="632585"/>
                  </a:lnTo>
                  <a:lnTo>
                    <a:pt x="447723" y="597483"/>
                  </a:lnTo>
                  <a:lnTo>
                    <a:pt x="477451" y="563156"/>
                  </a:lnTo>
                  <a:lnTo>
                    <a:pt x="507941" y="529612"/>
                  </a:lnTo>
                  <a:lnTo>
                    <a:pt x="539175" y="496861"/>
                  </a:lnTo>
                  <a:lnTo>
                    <a:pt x="571135" y="464913"/>
                  </a:lnTo>
                  <a:lnTo>
                    <a:pt x="603805" y="433777"/>
                  </a:lnTo>
                  <a:lnTo>
                    <a:pt x="637166" y="403464"/>
                  </a:lnTo>
                  <a:lnTo>
                    <a:pt x="671201" y="373982"/>
                  </a:lnTo>
                  <a:lnTo>
                    <a:pt x="705892" y="345341"/>
                  </a:lnTo>
                  <a:lnTo>
                    <a:pt x="741222" y="317551"/>
                  </a:lnTo>
                  <a:lnTo>
                    <a:pt x="777172" y="290622"/>
                  </a:lnTo>
                  <a:lnTo>
                    <a:pt x="813725" y="264562"/>
                  </a:lnTo>
                  <a:lnTo>
                    <a:pt x="850863" y="239383"/>
                  </a:lnTo>
                  <a:lnTo>
                    <a:pt x="888569" y="215093"/>
                  </a:lnTo>
                  <a:lnTo>
                    <a:pt x="926826" y="191701"/>
                  </a:lnTo>
                  <a:lnTo>
                    <a:pt x="965614" y="169219"/>
                  </a:lnTo>
                  <a:lnTo>
                    <a:pt x="1004918" y="147654"/>
                  </a:lnTo>
                  <a:lnTo>
                    <a:pt x="1044718" y="127017"/>
                  </a:lnTo>
                  <a:lnTo>
                    <a:pt x="1084998" y="107318"/>
                  </a:lnTo>
                  <a:lnTo>
                    <a:pt x="1125740" y="88566"/>
                  </a:lnTo>
                  <a:lnTo>
                    <a:pt x="1166925" y="70770"/>
                  </a:lnTo>
                  <a:lnTo>
                    <a:pt x="1208537" y="53941"/>
                  </a:lnTo>
                  <a:lnTo>
                    <a:pt x="1250558" y="38088"/>
                  </a:lnTo>
                  <a:lnTo>
                    <a:pt x="1292970" y="23220"/>
                  </a:lnTo>
                  <a:lnTo>
                    <a:pt x="1335755" y="9347"/>
                  </a:lnTo>
                  <a:lnTo>
                    <a:pt x="1367095" y="0"/>
                  </a:lnTo>
                  <a:lnTo>
                    <a:pt x="1367095" y="3629853"/>
                  </a:lnTo>
                  <a:lnTo>
                    <a:pt x="1362881" y="3644328"/>
                  </a:lnTo>
                  <a:close/>
                </a:path>
              </a:pathLst>
            </a:custGeom>
            <a:solidFill>
              <a:srgbClr val="0F67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15606885" y="6833634"/>
              <a:ext cx="961390" cy="961390"/>
            </a:xfrm>
            <a:custGeom>
              <a:rect b="b" l="l" r="r" t="t"/>
              <a:pathLst>
                <a:path extrusionOk="0" h="961390" w="961390">
                  <a:moveTo>
                    <a:pt x="346163" y="941832"/>
                  </a:moveTo>
                  <a:lnTo>
                    <a:pt x="301589" y="926446"/>
                  </a:lnTo>
                  <a:lnTo>
                    <a:pt x="258737" y="906764"/>
                  </a:lnTo>
                  <a:lnTo>
                    <a:pt x="218022" y="882977"/>
                  </a:lnTo>
                  <a:lnTo>
                    <a:pt x="179834" y="855313"/>
                  </a:lnTo>
                  <a:lnTo>
                    <a:pt x="144541" y="824040"/>
                  </a:lnTo>
                  <a:lnTo>
                    <a:pt x="112484" y="789458"/>
                  </a:lnTo>
                  <a:lnTo>
                    <a:pt x="83971" y="751901"/>
                  </a:lnTo>
                  <a:lnTo>
                    <a:pt x="59276" y="711729"/>
                  </a:lnTo>
                  <a:lnTo>
                    <a:pt x="38637" y="669331"/>
                  </a:lnTo>
                  <a:lnTo>
                    <a:pt x="22254" y="625113"/>
                  </a:lnTo>
                  <a:lnTo>
                    <a:pt x="10284" y="579503"/>
                  </a:lnTo>
                  <a:lnTo>
                    <a:pt x="2842" y="532939"/>
                  </a:lnTo>
                  <a:lnTo>
                    <a:pt x="0" y="485870"/>
                  </a:lnTo>
                  <a:lnTo>
                    <a:pt x="313" y="462287"/>
                  </a:lnTo>
                  <a:lnTo>
                    <a:pt x="4409" y="415311"/>
                  </a:lnTo>
                  <a:lnTo>
                    <a:pt x="13089" y="368962"/>
                  </a:lnTo>
                  <a:lnTo>
                    <a:pt x="26270" y="323687"/>
                  </a:lnTo>
                  <a:lnTo>
                    <a:pt x="43825" y="279921"/>
                  </a:lnTo>
                  <a:lnTo>
                    <a:pt x="65586" y="238087"/>
                  </a:lnTo>
                  <a:lnTo>
                    <a:pt x="91342" y="198588"/>
                  </a:lnTo>
                  <a:lnTo>
                    <a:pt x="120846" y="161803"/>
                  </a:lnTo>
                  <a:lnTo>
                    <a:pt x="153813" y="128088"/>
                  </a:lnTo>
                  <a:lnTo>
                    <a:pt x="189926" y="97766"/>
                  </a:lnTo>
                  <a:lnTo>
                    <a:pt x="228838" y="71130"/>
                  </a:lnTo>
                  <a:lnTo>
                    <a:pt x="270173" y="48436"/>
                  </a:lnTo>
                  <a:lnTo>
                    <a:pt x="313533" y="29902"/>
                  </a:lnTo>
                  <a:lnTo>
                    <a:pt x="358501" y="15709"/>
                  </a:lnTo>
                  <a:lnTo>
                    <a:pt x="404643" y="5991"/>
                  </a:lnTo>
                  <a:lnTo>
                    <a:pt x="451517" y="842"/>
                  </a:lnTo>
                  <a:lnTo>
                    <a:pt x="475086" y="0"/>
                  </a:lnTo>
                  <a:lnTo>
                    <a:pt x="498668" y="313"/>
                  </a:lnTo>
                  <a:lnTo>
                    <a:pt x="545645" y="4408"/>
                  </a:lnTo>
                  <a:lnTo>
                    <a:pt x="591995" y="13088"/>
                  </a:lnTo>
                  <a:lnTo>
                    <a:pt x="637270" y="26270"/>
                  </a:lnTo>
                  <a:lnTo>
                    <a:pt x="681035" y="43825"/>
                  </a:lnTo>
                  <a:lnTo>
                    <a:pt x="722869" y="65585"/>
                  </a:lnTo>
                  <a:lnTo>
                    <a:pt x="762368" y="91342"/>
                  </a:lnTo>
                  <a:lnTo>
                    <a:pt x="799153" y="120845"/>
                  </a:lnTo>
                  <a:lnTo>
                    <a:pt x="832868" y="153813"/>
                  </a:lnTo>
                  <a:lnTo>
                    <a:pt x="863190" y="189926"/>
                  </a:lnTo>
                  <a:lnTo>
                    <a:pt x="889827" y="228838"/>
                  </a:lnTo>
                  <a:lnTo>
                    <a:pt x="912521" y="270172"/>
                  </a:lnTo>
                  <a:lnTo>
                    <a:pt x="931054" y="313532"/>
                  </a:lnTo>
                  <a:lnTo>
                    <a:pt x="945248" y="358500"/>
                  </a:lnTo>
                  <a:lnTo>
                    <a:pt x="954965" y="404643"/>
                  </a:lnTo>
                  <a:lnTo>
                    <a:pt x="960114" y="451516"/>
                  </a:lnTo>
                  <a:lnTo>
                    <a:pt x="960957" y="475086"/>
                  </a:lnTo>
                  <a:lnTo>
                    <a:pt x="960643" y="498668"/>
                  </a:lnTo>
                  <a:lnTo>
                    <a:pt x="956548" y="545645"/>
                  </a:lnTo>
                  <a:lnTo>
                    <a:pt x="947868" y="591994"/>
                  </a:lnTo>
                  <a:lnTo>
                    <a:pt x="934687" y="637270"/>
                  </a:lnTo>
                  <a:lnTo>
                    <a:pt x="917132" y="681035"/>
                  </a:lnTo>
                  <a:lnTo>
                    <a:pt x="895371" y="722868"/>
                  </a:lnTo>
                  <a:lnTo>
                    <a:pt x="869615" y="762368"/>
                  </a:lnTo>
                  <a:lnTo>
                    <a:pt x="840111" y="799152"/>
                  </a:lnTo>
                  <a:lnTo>
                    <a:pt x="807143" y="832868"/>
                  </a:lnTo>
                  <a:lnTo>
                    <a:pt x="771030" y="863190"/>
                  </a:lnTo>
                  <a:lnTo>
                    <a:pt x="732119" y="889826"/>
                  </a:lnTo>
                  <a:lnTo>
                    <a:pt x="690784" y="912520"/>
                  </a:lnTo>
                  <a:lnTo>
                    <a:pt x="647424" y="931053"/>
                  </a:lnTo>
                  <a:lnTo>
                    <a:pt x="602456" y="945247"/>
                  </a:lnTo>
                  <a:lnTo>
                    <a:pt x="556313" y="954965"/>
                  </a:lnTo>
                  <a:lnTo>
                    <a:pt x="509440" y="960113"/>
                  </a:lnTo>
                  <a:lnTo>
                    <a:pt x="485870" y="960956"/>
                  </a:lnTo>
                  <a:lnTo>
                    <a:pt x="462288" y="960642"/>
                  </a:lnTo>
                  <a:lnTo>
                    <a:pt x="415311" y="956548"/>
                  </a:lnTo>
                  <a:lnTo>
                    <a:pt x="368962" y="947868"/>
                  </a:lnTo>
                  <a:lnTo>
                    <a:pt x="346163" y="941832"/>
                  </a:lnTo>
                  <a:close/>
                </a:path>
              </a:pathLst>
            </a:custGeom>
            <a:solidFill>
              <a:srgbClr val="035C6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16"/>
          <p:cNvSpPr/>
          <p:nvPr/>
        </p:nvSpPr>
        <p:spPr>
          <a:xfrm>
            <a:off x="11862145" y="4597081"/>
            <a:ext cx="103504" cy="1092835"/>
          </a:xfrm>
          <a:custGeom>
            <a:rect b="b" l="l" r="r" t="t"/>
            <a:pathLst>
              <a:path extrusionOk="0" h="1092835" w="103504">
                <a:moveTo>
                  <a:pt x="102966" y="1092413"/>
                </a:moveTo>
                <a:lnTo>
                  <a:pt x="0" y="1092413"/>
                </a:lnTo>
                <a:lnTo>
                  <a:pt x="0" y="0"/>
                </a:lnTo>
                <a:lnTo>
                  <a:pt x="102966" y="0"/>
                </a:lnTo>
                <a:lnTo>
                  <a:pt x="102966" y="1092413"/>
                </a:lnTo>
                <a:close/>
              </a:path>
            </a:pathLst>
          </a:custGeom>
          <a:solidFill>
            <a:srgbClr val="123C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0775" y="6666975"/>
            <a:ext cx="662197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025" y="457700"/>
            <a:ext cx="5913950" cy="305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